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836D27-D614-41A9-8E5A-9E2CEF046C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F36DA6-CF78-4D17-B8D7-8B054F6563A7}">
      <dgm:prSet/>
      <dgm:spPr/>
      <dgm:t>
        <a:bodyPr/>
        <a:lstStyle/>
        <a:p>
          <a:r>
            <a:rPr lang="en-US"/>
            <a:t>GPS Location, with a specific frequency of 1575.42 MHz</a:t>
          </a:r>
        </a:p>
      </dgm:t>
    </dgm:pt>
    <dgm:pt modelId="{7911EB73-18B9-42C1-A836-06087F371DEB}" type="parTrans" cxnId="{27117C13-C53F-428F-9789-218E575B0C6E}">
      <dgm:prSet/>
      <dgm:spPr/>
      <dgm:t>
        <a:bodyPr/>
        <a:lstStyle/>
        <a:p>
          <a:endParaRPr lang="en-US"/>
        </a:p>
      </dgm:t>
    </dgm:pt>
    <dgm:pt modelId="{A67C2CD8-FCFB-489D-894F-E1E1CF67CBA1}" type="sibTrans" cxnId="{27117C13-C53F-428F-9789-218E575B0C6E}">
      <dgm:prSet/>
      <dgm:spPr/>
      <dgm:t>
        <a:bodyPr/>
        <a:lstStyle/>
        <a:p>
          <a:endParaRPr lang="en-US"/>
        </a:p>
      </dgm:t>
    </dgm:pt>
    <dgm:pt modelId="{530C8E55-9C7D-4795-A04D-4B664D0A14DB}">
      <dgm:prSet/>
      <dgm:spPr/>
      <dgm:t>
        <a:bodyPr/>
        <a:lstStyle/>
        <a:p>
          <a:r>
            <a:rPr lang="en-US"/>
            <a:t>Standard Bluetooth Communication</a:t>
          </a:r>
        </a:p>
      </dgm:t>
    </dgm:pt>
    <dgm:pt modelId="{E9571FCC-8AA9-409F-A8F8-F02FABA45212}" type="parTrans" cxnId="{E2FD1D50-07D0-4459-9B3E-0451DB586B75}">
      <dgm:prSet/>
      <dgm:spPr/>
      <dgm:t>
        <a:bodyPr/>
        <a:lstStyle/>
        <a:p>
          <a:endParaRPr lang="en-US"/>
        </a:p>
      </dgm:t>
    </dgm:pt>
    <dgm:pt modelId="{07B34D42-C5C3-4B84-A3B5-659AAE6E543B}" type="sibTrans" cxnId="{E2FD1D50-07D0-4459-9B3E-0451DB586B75}">
      <dgm:prSet/>
      <dgm:spPr/>
      <dgm:t>
        <a:bodyPr/>
        <a:lstStyle/>
        <a:p>
          <a:endParaRPr lang="en-US"/>
        </a:p>
      </dgm:t>
    </dgm:pt>
    <dgm:pt modelId="{9FE3F39C-9C1D-421C-9199-CA632BEBFB6F}">
      <dgm:prSet/>
      <dgm:spPr/>
      <dgm:t>
        <a:bodyPr/>
        <a:lstStyle/>
        <a:p>
          <a:r>
            <a:rPr lang="en-US"/>
            <a:t>Compass</a:t>
          </a:r>
        </a:p>
      </dgm:t>
    </dgm:pt>
    <dgm:pt modelId="{7CAE29CD-13BF-400D-8D8F-8C94F4A5ED07}" type="parTrans" cxnId="{BC6011A8-B3C0-4E49-AF20-7F1FBCC85E41}">
      <dgm:prSet/>
      <dgm:spPr/>
      <dgm:t>
        <a:bodyPr/>
        <a:lstStyle/>
        <a:p>
          <a:endParaRPr lang="en-US"/>
        </a:p>
      </dgm:t>
    </dgm:pt>
    <dgm:pt modelId="{EBFFA3DA-E700-4878-8E14-0212D8FF91C8}" type="sibTrans" cxnId="{BC6011A8-B3C0-4E49-AF20-7F1FBCC85E41}">
      <dgm:prSet/>
      <dgm:spPr/>
      <dgm:t>
        <a:bodyPr/>
        <a:lstStyle/>
        <a:p>
          <a:endParaRPr lang="en-US"/>
        </a:p>
      </dgm:t>
    </dgm:pt>
    <dgm:pt modelId="{F3CD6292-F545-4684-97D4-A54BF73D98D6}">
      <dgm:prSet/>
      <dgm:spPr/>
      <dgm:t>
        <a:bodyPr/>
        <a:lstStyle/>
        <a:p>
          <a:r>
            <a:rPr lang="en-US"/>
            <a:t>Barometer</a:t>
          </a:r>
        </a:p>
      </dgm:t>
    </dgm:pt>
    <dgm:pt modelId="{A913DAB0-AFDE-42F7-B00E-7C209E3AB207}" type="parTrans" cxnId="{44667E88-769A-460A-9F68-193067F604A2}">
      <dgm:prSet/>
      <dgm:spPr/>
      <dgm:t>
        <a:bodyPr/>
        <a:lstStyle/>
        <a:p>
          <a:endParaRPr lang="en-US"/>
        </a:p>
      </dgm:t>
    </dgm:pt>
    <dgm:pt modelId="{4D6BB94E-7ABF-42A4-A119-F7E846C30DD7}" type="sibTrans" cxnId="{44667E88-769A-460A-9F68-193067F604A2}">
      <dgm:prSet/>
      <dgm:spPr/>
      <dgm:t>
        <a:bodyPr/>
        <a:lstStyle/>
        <a:p>
          <a:endParaRPr lang="en-US"/>
        </a:p>
      </dgm:t>
    </dgm:pt>
    <dgm:pt modelId="{E8BE7F42-FA62-4379-A27B-80CABA6FB28C}">
      <dgm:prSet/>
      <dgm:spPr/>
      <dgm:t>
        <a:bodyPr/>
        <a:lstStyle/>
        <a:p>
          <a:r>
            <a:rPr lang="en-US"/>
            <a:t>Thermometer</a:t>
          </a:r>
        </a:p>
      </dgm:t>
    </dgm:pt>
    <dgm:pt modelId="{50140730-B513-4512-901E-D3D326B5D56D}" type="parTrans" cxnId="{195E751C-37C0-4483-BC87-CFFC9E8288A0}">
      <dgm:prSet/>
      <dgm:spPr/>
      <dgm:t>
        <a:bodyPr/>
        <a:lstStyle/>
        <a:p>
          <a:endParaRPr lang="en-US"/>
        </a:p>
      </dgm:t>
    </dgm:pt>
    <dgm:pt modelId="{C69F0D5B-04AE-4661-94D1-C506E93CEB72}" type="sibTrans" cxnId="{195E751C-37C0-4483-BC87-CFFC9E8288A0}">
      <dgm:prSet/>
      <dgm:spPr/>
      <dgm:t>
        <a:bodyPr/>
        <a:lstStyle/>
        <a:p>
          <a:endParaRPr lang="en-US"/>
        </a:p>
      </dgm:t>
    </dgm:pt>
    <dgm:pt modelId="{14458272-4C09-40D7-853A-B33573091D2D}">
      <dgm:prSet/>
      <dgm:spPr/>
      <dgm:t>
        <a:bodyPr/>
        <a:lstStyle/>
        <a:p>
          <a:r>
            <a:rPr lang="en-US"/>
            <a:t>Altimeter</a:t>
          </a:r>
        </a:p>
      </dgm:t>
    </dgm:pt>
    <dgm:pt modelId="{233677E7-00D7-4413-BEFB-8CAD5BF8F44E}" type="parTrans" cxnId="{500434BF-52F7-4837-A23B-E7D9F57D640D}">
      <dgm:prSet/>
      <dgm:spPr/>
      <dgm:t>
        <a:bodyPr/>
        <a:lstStyle/>
        <a:p>
          <a:endParaRPr lang="en-US"/>
        </a:p>
      </dgm:t>
    </dgm:pt>
    <dgm:pt modelId="{1FB59424-3B22-493F-B95A-B2E153BA59DA}" type="sibTrans" cxnId="{500434BF-52F7-4837-A23B-E7D9F57D640D}">
      <dgm:prSet/>
      <dgm:spPr/>
      <dgm:t>
        <a:bodyPr/>
        <a:lstStyle/>
        <a:p>
          <a:endParaRPr lang="en-US"/>
        </a:p>
      </dgm:t>
    </dgm:pt>
    <dgm:pt modelId="{F89440BC-98D4-4A84-BBB2-B1635627989B}" type="pres">
      <dgm:prSet presAssocID="{EC836D27-D614-41A9-8E5A-9E2CEF046C62}" presName="root" presStyleCnt="0">
        <dgm:presLayoutVars>
          <dgm:dir/>
          <dgm:resizeHandles val="exact"/>
        </dgm:presLayoutVars>
      </dgm:prSet>
      <dgm:spPr/>
    </dgm:pt>
    <dgm:pt modelId="{B34E9741-36E9-493E-A2E6-DCF87C3670B9}" type="pres">
      <dgm:prSet presAssocID="{F6F36DA6-CF78-4D17-B8D7-8B054F6563A7}" presName="compNode" presStyleCnt="0"/>
      <dgm:spPr/>
    </dgm:pt>
    <dgm:pt modelId="{2CCC3B23-FAB4-4241-880E-E8011D588367}" type="pres">
      <dgm:prSet presAssocID="{F6F36DA6-CF78-4D17-B8D7-8B054F6563A7}" presName="bgRect" presStyleLbl="bgShp" presStyleIdx="0" presStyleCnt="6"/>
      <dgm:spPr/>
    </dgm:pt>
    <dgm:pt modelId="{EA9D45CC-DA2D-4EE8-87DE-3A355735D20A}" type="pres">
      <dgm:prSet presAssocID="{F6F36DA6-CF78-4D17-B8D7-8B054F6563A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E1DA762D-418A-4828-AA59-95636EBF4E3B}" type="pres">
      <dgm:prSet presAssocID="{F6F36DA6-CF78-4D17-B8D7-8B054F6563A7}" presName="spaceRect" presStyleCnt="0"/>
      <dgm:spPr/>
    </dgm:pt>
    <dgm:pt modelId="{96D7D1C2-3EC4-44F9-8079-4DA8A2955F0E}" type="pres">
      <dgm:prSet presAssocID="{F6F36DA6-CF78-4D17-B8D7-8B054F6563A7}" presName="parTx" presStyleLbl="revTx" presStyleIdx="0" presStyleCnt="6">
        <dgm:presLayoutVars>
          <dgm:chMax val="0"/>
          <dgm:chPref val="0"/>
        </dgm:presLayoutVars>
      </dgm:prSet>
      <dgm:spPr/>
    </dgm:pt>
    <dgm:pt modelId="{88BB1570-BDD3-4DFA-98AB-33C2F263A099}" type="pres">
      <dgm:prSet presAssocID="{A67C2CD8-FCFB-489D-894F-E1E1CF67CBA1}" presName="sibTrans" presStyleCnt="0"/>
      <dgm:spPr/>
    </dgm:pt>
    <dgm:pt modelId="{E909D567-B51D-46D6-B37B-3A5BB279EEDF}" type="pres">
      <dgm:prSet presAssocID="{530C8E55-9C7D-4795-A04D-4B664D0A14DB}" presName="compNode" presStyleCnt="0"/>
      <dgm:spPr/>
    </dgm:pt>
    <dgm:pt modelId="{DBCE1BA4-C208-48FC-8A06-1405A224C182}" type="pres">
      <dgm:prSet presAssocID="{530C8E55-9C7D-4795-A04D-4B664D0A14DB}" presName="bgRect" presStyleLbl="bgShp" presStyleIdx="1" presStyleCnt="6"/>
      <dgm:spPr/>
    </dgm:pt>
    <dgm:pt modelId="{D6E2BD05-8E87-481F-A4B7-7AAE01ED78C5}" type="pres">
      <dgm:prSet presAssocID="{530C8E55-9C7D-4795-A04D-4B664D0A14D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5A6A9A18-D8A4-49AC-BF0C-9C257865E95D}" type="pres">
      <dgm:prSet presAssocID="{530C8E55-9C7D-4795-A04D-4B664D0A14DB}" presName="spaceRect" presStyleCnt="0"/>
      <dgm:spPr/>
    </dgm:pt>
    <dgm:pt modelId="{7A7F7EB3-BCD4-4396-8C1D-F2AD4CBA6CDD}" type="pres">
      <dgm:prSet presAssocID="{530C8E55-9C7D-4795-A04D-4B664D0A14DB}" presName="parTx" presStyleLbl="revTx" presStyleIdx="1" presStyleCnt="6">
        <dgm:presLayoutVars>
          <dgm:chMax val="0"/>
          <dgm:chPref val="0"/>
        </dgm:presLayoutVars>
      </dgm:prSet>
      <dgm:spPr/>
    </dgm:pt>
    <dgm:pt modelId="{30AB5549-CD0F-4A26-A988-ECF763264C35}" type="pres">
      <dgm:prSet presAssocID="{07B34D42-C5C3-4B84-A3B5-659AAE6E543B}" presName="sibTrans" presStyleCnt="0"/>
      <dgm:spPr/>
    </dgm:pt>
    <dgm:pt modelId="{9C492BD5-8DD6-435F-B23D-134AFB816AFE}" type="pres">
      <dgm:prSet presAssocID="{9FE3F39C-9C1D-421C-9199-CA632BEBFB6F}" presName="compNode" presStyleCnt="0"/>
      <dgm:spPr/>
    </dgm:pt>
    <dgm:pt modelId="{637DAEB9-4BEC-4179-B964-9D6292959F51}" type="pres">
      <dgm:prSet presAssocID="{9FE3F39C-9C1D-421C-9199-CA632BEBFB6F}" presName="bgRect" presStyleLbl="bgShp" presStyleIdx="2" presStyleCnt="6"/>
      <dgm:spPr/>
    </dgm:pt>
    <dgm:pt modelId="{158C2ABA-B0E3-48EB-80B2-D1C417805908}" type="pres">
      <dgm:prSet presAssocID="{9FE3F39C-9C1D-421C-9199-CA632BEBFB6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2CBC1E6A-26B2-4DB2-9906-BD746A4BCC90}" type="pres">
      <dgm:prSet presAssocID="{9FE3F39C-9C1D-421C-9199-CA632BEBFB6F}" presName="spaceRect" presStyleCnt="0"/>
      <dgm:spPr/>
    </dgm:pt>
    <dgm:pt modelId="{5D696EA4-83FE-4DDF-8EC7-536F0F0759DA}" type="pres">
      <dgm:prSet presAssocID="{9FE3F39C-9C1D-421C-9199-CA632BEBFB6F}" presName="parTx" presStyleLbl="revTx" presStyleIdx="2" presStyleCnt="6">
        <dgm:presLayoutVars>
          <dgm:chMax val="0"/>
          <dgm:chPref val="0"/>
        </dgm:presLayoutVars>
      </dgm:prSet>
      <dgm:spPr/>
    </dgm:pt>
    <dgm:pt modelId="{9DEB01C5-B595-450E-8BAF-D7B833B1A9C3}" type="pres">
      <dgm:prSet presAssocID="{EBFFA3DA-E700-4878-8E14-0212D8FF91C8}" presName="sibTrans" presStyleCnt="0"/>
      <dgm:spPr/>
    </dgm:pt>
    <dgm:pt modelId="{5D29362B-7A47-46EE-9047-6F945E74F561}" type="pres">
      <dgm:prSet presAssocID="{F3CD6292-F545-4684-97D4-A54BF73D98D6}" presName="compNode" presStyleCnt="0"/>
      <dgm:spPr/>
    </dgm:pt>
    <dgm:pt modelId="{FE4563EC-A219-42AB-B2FE-B4A087F704BD}" type="pres">
      <dgm:prSet presAssocID="{F3CD6292-F545-4684-97D4-A54BF73D98D6}" presName="bgRect" presStyleLbl="bgShp" presStyleIdx="3" presStyleCnt="6"/>
      <dgm:spPr/>
    </dgm:pt>
    <dgm:pt modelId="{A57EBACC-C4B2-48B8-89FE-65A919C200F4}" type="pres">
      <dgm:prSet presAssocID="{F3CD6292-F545-4684-97D4-A54BF73D98D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9BF5C41-861E-4628-9C7A-3E376339253F}" type="pres">
      <dgm:prSet presAssocID="{F3CD6292-F545-4684-97D4-A54BF73D98D6}" presName="spaceRect" presStyleCnt="0"/>
      <dgm:spPr/>
    </dgm:pt>
    <dgm:pt modelId="{36DA5254-D41B-4539-B344-557404271EA6}" type="pres">
      <dgm:prSet presAssocID="{F3CD6292-F545-4684-97D4-A54BF73D98D6}" presName="parTx" presStyleLbl="revTx" presStyleIdx="3" presStyleCnt="6">
        <dgm:presLayoutVars>
          <dgm:chMax val="0"/>
          <dgm:chPref val="0"/>
        </dgm:presLayoutVars>
      </dgm:prSet>
      <dgm:spPr/>
    </dgm:pt>
    <dgm:pt modelId="{3DF74CE1-C3C4-4BE4-82EB-89B573C1A08B}" type="pres">
      <dgm:prSet presAssocID="{4D6BB94E-7ABF-42A4-A119-F7E846C30DD7}" presName="sibTrans" presStyleCnt="0"/>
      <dgm:spPr/>
    </dgm:pt>
    <dgm:pt modelId="{AC165CFF-D61E-4151-863C-40F5E0B6F613}" type="pres">
      <dgm:prSet presAssocID="{E8BE7F42-FA62-4379-A27B-80CABA6FB28C}" presName="compNode" presStyleCnt="0"/>
      <dgm:spPr/>
    </dgm:pt>
    <dgm:pt modelId="{F6195FB5-87C5-47A1-AC65-17CD9D42BBD0}" type="pres">
      <dgm:prSet presAssocID="{E8BE7F42-FA62-4379-A27B-80CABA6FB28C}" presName="bgRect" presStyleLbl="bgShp" presStyleIdx="4" presStyleCnt="6"/>
      <dgm:spPr/>
    </dgm:pt>
    <dgm:pt modelId="{D6210D8E-0D6D-48F0-9C5E-3BD3E6CE0A48}" type="pres">
      <dgm:prSet presAssocID="{E8BE7F42-FA62-4379-A27B-80CABA6FB28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CD8B9AF4-BB7C-44C6-8423-D0F10960044F}" type="pres">
      <dgm:prSet presAssocID="{E8BE7F42-FA62-4379-A27B-80CABA6FB28C}" presName="spaceRect" presStyleCnt="0"/>
      <dgm:spPr/>
    </dgm:pt>
    <dgm:pt modelId="{C27A1DA6-FD18-45B6-BFE7-D0743218C4F5}" type="pres">
      <dgm:prSet presAssocID="{E8BE7F42-FA62-4379-A27B-80CABA6FB28C}" presName="parTx" presStyleLbl="revTx" presStyleIdx="4" presStyleCnt="6">
        <dgm:presLayoutVars>
          <dgm:chMax val="0"/>
          <dgm:chPref val="0"/>
        </dgm:presLayoutVars>
      </dgm:prSet>
      <dgm:spPr/>
    </dgm:pt>
    <dgm:pt modelId="{3EE33F17-73F4-4C20-9AF1-0776D133BB6E}" type="pres">
      <dgm:prSet presAssocID="{C69F0D5B-04AE-4661-94D1-C506E93CEB72}" presName="sibTrans" presStyleCnt="0"/>
      <dgm:spPr/>
    </dgm:pt>
    <dgm:pt modelId="{E0B8DD9A-9E2C-419A-BF03-2AD0C8BF7A8B}" type="pres">
      <dgm:prSet presAssocID="{14458272-4C09-40D7-853A-B33573091D2D}" presName="compNode" presStyleCnt="0"/>
      <dgm:spPr/>
    </dgm:pt>
    <dgm:pt modelId="{FE53DC63-CE75-44F3-97D9-6FB2002223B8}" type="pres">
      <dgm:prSet presAssocID="{14458272-4C09-40D7-853A-B33573091D2D}" presName="bgRect" presStyleLbl="bgShp" presStyleIdx="5" presStyleCnt="6"/>
      <dgm:spPr/>
    </dgm:pt>
    <dgm:pt modelId="{FE4E438B-6B00-4E2D-BCD8-4DC742B1A9CD}" type="pres">
      <dgm:prSet presAssocID="{14458272-4C09-40D7-853A-B33573091D2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87B94D43-CB8A-4A18-8339-663EF38AA129}" type="pres">
      <dgm:prSet presAssocID="{14458272-4C09-40D7-853A-B33573091D2D}" presName="spaceRect" presStyleCnt="0"/>
      <dgm:spPr/>
    </dgm:pt>
    <dgm:pt modelId="{30A5910C-8D79-4352-BF31-BCB8B9056359}" type="pres">
      <dgm:prSet presAssocID="{14458272-4C09-40D7-853A-B33573091D2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74F8309-76DD-4276-9168-F1CD2ADE02C8}" type="presOf" srcId="{14458272-4C09-40D7-853A-B33573091D2D}" destId="{30A5910C-8D79-4352-BF31-BCB8B9056359}" srcOrd="0" destOrd="0" presId="urn:microsoft.com/office/officeart/2018/2/layout/IconVerticalSolidList"/>
    <dgm:cxn modelId="{27117C13-C53F-428F-9789-218E575B0C6E}" srcId="{EC836D27-D614-41A9-8E5A-9E2CEF046C62}" destId="{F6F36DA6-CF78-4D17-B8D7-8B054F6563A7}" srcOrd="0" destOrd="0" parTransId="{7911EB73-18B9-42C1-A836-06087F371DEB}" sibTransId="{A67C2CD8-FCFB-489D-894F-E1E1CF67CBA1}"/>
    <dgm:cxn modelId="{D4106318-7677-4145-A5C5-495223EA2F5F}" type="presOf" srcId="{F6F36DA6-CF78-4D17-B8D7-8B054F6563A7}" destId="{96D7D1C2-3EC4-44F9-8079-4DA8A2955F0E}" srcOrd="0" destOrd="0" presId="urn:microsoft.com/office/officeart/2018/2/layout/IconVerticalSolidList"/>
    <dgm:cxn modelId="{195E751C-37C0-4483-BC87-CFFC9E8288A0}" srcId="{EC836D27-D614-41A9-8E5A-9E2CEF046C62}" destId="{E8BE7F42-FA62-4379-A27B-80CABA6FB28C}" srcOrd="4" destOrd="0" parTransId="{50140730-B513-4512-901E-D3D326B5D56D}" sibTransId="{C69F0D5B-04AE-4661-94D1-C506E93CEB72}"/>
    <dgm:cxn modelId="{ED8A3039-2D50-4AAE-B564-F437686B4875}" type="presOf" srcId="{530C8E55-9C7D-4795-A04D-4B664D0A14DB}" destId="{7A7F7EB3-BCD4-4396-8C1D-F2AD4CBA6CDD}" srcOrd="0" destOrd="0" presId="urn:microsoft.com/office/officeart/2018/2/layout/IconVerticalSolidList"/>
    <dgm:cxn modelId="{ED36235F-7BC6-4A2A-889A-1B80F440F046}" type="presOf" srcId="{F3CD6292-F545-4684-97D4-A54BF73D98D6}" destId="{36DA5254-D41B-4539-B344-557404271EA6}" srcOrd="0" destOrd="0" presId="urn:microsoft.com/office/officeart/2018/2/layout/IconVerticalSolidList"/>
    <dgm:cxn modelId="{6BA0E05F-2E89-46E7-BB46-CFE841BB1A79}" type="presOf" srcId="{E8BE7F42-FA62-4379-A27B-80CABA6FB28C}" destId="{C27A1DA6-FD18-45B6-BFE7-D0743218C4F5}" srcOrd="0" destOrd="0" presId="urn:microsoft.com/office/officeart/2018/2/layout/IconVerticalSolidList"/>
    <dgm:cxn modelId="{E2FD1D50-07D0-4459-9B3E-0451DB586B75}" srcId="{EC836D27-D614-41A9-8E5A-9E2CEF046C62}" destId="{530C8E55-9C7D-4795-A04D-4B664D0A14DB}" srcOrd="1" destOrd="0" parTransId="{E9571FCC-8AA9-409F-A8F8-F02FABA45212}" sibTransId="{07B34D42-C5C3-4B84-A3B5-659AAE6E543B}"/>
    <dgm:cxn modelId="{44667E88-769A-460A-9F68-193067F604A2}" srcId="{EC836D27-D614-41A9-8E5A-9E2CEF046C62}" destId="{F3CD6292-F545-4684-97D4-A54BF73D98D6}" srcOrd="3" destOrd="0" parTransId="{A913DAB0-AFDE-42F7-B00E-7C209E3AB207}" sibTransId="{4D6BB94E-7ABF-42A4-A119-F7E846C30DD7}"/>
    <dgm:cxn modelId="{3027629C-D495-4B67-AA65-DF4845ECB6AF}" type="presOf" srcId="{EC836D27-D614-41A9-8E5A-9E2CEF046C62}" destId="{F89440BC-98D4-4A84-BBB2-B1635627989B}" srcOrd="0" destOrd="0" presId="urn:microsoft.com/office/officeart/2018/2/layout/IconVerticalSolidList"/>
    <dgm:cxn modelId="{BC6011A8-B3C0-4E49-AF20-7F1FBCC85E41}" srcId="{EC836D27-D614-41A9-8E5A-9E2CEF046C62}" destId="{9FE3F39C-9C1D-421C-9199-CA632BEBFB6F}" srcOrd="2" destOrd="0" parTransId="{7CAE29CD-13BF-400D-8D8F-8C94F4A5ED07}" sibTransId="{EBFFA3DA-E700-4878-8E14-0212D8FF91C8}"/>
    <dgm:cxn modelId="{500434BF-52F7-4837-A23B-E7D9F57D640D}" srcId="{EC836D27-D614-41A9-8E5A-9E2CEF046C62}" destId="{14458272-4C09-40D7-853A-B33573091D2D}" srcOrd="5" destOrd="0" parTransId="{233677E7-00D7-4413-BEFB-8CAD5BF8F44E}" sibTransId="{1FB59424-3B22-493F-B95A-B2E153BA59DA}"/>
    <dgm:cxn modelId="{72BFBFF8-5F74-4813-B2F6-35AB80EABABF}" type="presOf" srcId="{9FE3F39C-9C1D-421C-9199-CA632BEBFB6F}" destId="{5D696EA4-83FE-4DDF-8EC7-536F0F0759DA}" srcOrd="0" destOrd="0" presId="urn:microsoft.com/office/officeart/2018/2/layout/IconVerticalSolidList"/>
    <dgm:cxn modelId="{BA55583C-3AA9-4D22-9906-D28F4A9C32A3}" type="presParOf" srcId="{F89440BC-98D4-4A84-BBB2-B1635627989B}" destId="{B34E9741-36E9-493E-A2E6-DCF87C3670B9}" srcOrd="0" destOrd="0" presId="urn:microsoft.com/office/officeart/2018/2/layout/IconVerticalSolidList"/>
    <dgm:cxn modelId="{ED8BE71D-F1FB-42BD-AD69-350E93DD393C}" type="presParOf" srcId="{B34E9741-36E9-493E-A2E6-DCF87C3670B9}" destId="{2CCC3B23-FAB4-4241-880E-E8011D588367}" srcOrd="0" destOrd="0" presId="urn:microsoft.com/office/officeart/2018/2/layout/IconVerticalSolidList"/>
    <dgm:cxn modelId="{9466C057-AF47-4485-8BAA-B4E95237630E}" type="presParOf" srcId="{B34E9741-36E9-493E-A2E6-DCF87C3670B9}" destId="{EA9D45CC-DA2D-4EE8-87DE-3A355735D20A}" srcOrd="1" destOrd="0" presId="urn:microsoft.com/office/officeart/2018/2/layout/IconVerticalSolidList"/>
    <dgm:cxn modelId="{A672B9D9-4B2F-4462-8B6C-E4E8C2E0D2E8}" type="presParOf" srcId="{B34E9741-36E9-493E-A2E6-DCF87C3670B9}" destId="{E1DA762D-418A-4828-AA59-95636EBF4E3B}" srcOrd="2" destOrd="0" presId="urn:microsoft.com/office/officeart/2018/2/layout/IconVerticalSolidList"/>
    <dgm:cxn modelId="{F1889F42-7DCD-44B0-B24F-D8CC67F01F94}" type="presParOf" srcId="{B34E9741-36E9-493E-A2E6-DCF87C3670B9}" destId="{96D7D1C2-3EC4-44F9-8079-4DA8A2955F0E}" srcOrd="3" destOrd="0" presId="urn:microsoft.com/office/officeart/2018/2/layout/IconVerticalSolidList"/>
    <dgm:cxn modelId="{3B4F2967-788B-4587-80C7-C2AAF9C97BE4}" type="presParOf" srcId="{F89440BC-98D4-4A84-BBB2-B1635627989B}" destId="{88BB1570-BDD3-4DFA-98AB-33C2F263A099}" srcOrd="1" destOrd="0" presId="urn:microsoft.com/office/officeart/2018/2/layout/IconVerticalSolidList"/>
    <dgm:cxn modelId="{01C61CDF-3A8C-446E-983F-EAC4AA3C3240}" type="presParOf" srcId="{F89440BC-98D4-4A84-BBB2-B1635627989B}" destId="{E909D567-B51D-46D6-B37B-3A5BB279EEDF}" srcOrd="2" destOrd="0" presId="urn:microsoft.com/office/officeart/2018/2/layout/IconVerticalSolidList"/>
    <dgm:cxn modelId="{4E7A0891-787C-42AF-B819-6D40567FECAE}" type="presParOf" srcId="{E909D567-B51D-46D6-B37B-3A5BB279EEDF}" destId="{DBCE1BA4-C208-48FC-8A06-1405A224C182}" srcOrd="0" destOrd="0" presId="urn:microsoft.com/office/officeart/2018/2/layout/IconVerticalSolidList"/>
    <dgm:cxn modelId="{EE742F38-B047-4333-BC5F-193AF1B86AD0}" type="presParOf" srcId="{E909D567-B51D-46D6-B37B-3A5BB279EEDF}" destId="{D6E2BD05-8E87-481F-A4B7-7AAE01ED78C5}" srcOrd="1" destOrd="0" presId="urn:microsoft.com/office/officeart/2018/2/layout/IconVerticalSolidList"/>
    <dgm:cxn modelId="{BFFFD174-D166-4556-8D85-CA4B069A7720}" type="presParOf" srcId="{E909D567-B51D-46D6-B37B-3A5BB279EEDF}" destId="{5A6A9A18-D8A4-49AC-BF0C-9C257865E95D}" srcOrd="2" destOrd="0" presId="urn:microsoft.com/office/officeart/2018/2/layout/IconVerticalSolidList"/>
    <dgm:cxn modelId="{626A1F77-379D-4040-BF78-A2F50996F5BB}" type="presParOf" srcId="{E909D567-B51D-46D6-B37B-3A5BB279EEDF}" destId="{7A7F7EB3-BCD4-4396-8C1D-F2AD4CBA6CDD}" srcOrd="3" destOrd="0" presId="urn:microsoft.com/office/officeart/2018/2/layout/IconVerticalSolidList"/>
    <dgm:cxn modelId="{9F912B1F-109E-41A8-8095-4054A8445C2F}" type="presParOf" srcId="{F89440BC-98D4-4A84-BBB2-B1635627989B}" destId="{30AB5549-CD0F-4A26-A988-ECF763264C35}" srcOrd="3" destOrd="0" presId="urn:microsoft.com/office/officeart/2018/2/layout/IconVerticalSolidList"/>
    <dgm:cxn modelId="{D4A04F5A-78D2-40DB-8AB9-18D1118E2F3E}" type="presParOf" srcId="{F89440BC-98D4-4A84-BBB2-B1635627989B}" destId="{9C492BD5-8DD6-435F-B23D-134AFB816AFE}" srcOrd="4" destOrd="0" presId="urn:microsoft.com/office/officeart/2018/2/layout/IconVerticalSolidList"/>
    <dgm:cxn modelId="{EC213CE6-F5F5-4BDB-9B5A-04B0B4908913}" type="presParOf" srcId="{9C492BD5-8DD6-435F-B23D-134AFB816AFE}" destId="{637DAEB9-4BEC-4179-B964-9D6292959F51}" srcOrd="0" destOrd="0" presId="urn:microsoft.com/office/officeart/2018/2/layout/IconVerticalSolidList"/>
    <dgm:cxn modelId="{7F2A2FA1-6F1C-4727-989F-495A43C803A4}" type="presParOf" srcId="{9C492BD5-8DD6-435F-B23D-134AFB816AFE}" destId="{158C2ABA-B0E3-48EB-80B2-D1C417805908}" srcOrd="1" destOrd="0" presId="urn:microsoft.com/office/officeart/2018/2/layout/IconVerticalSolidList"/>
    <dgm:cxn modelId="{D042CDD5-3B79-4E8F-8934-61D8C4B6F98F}" type="presParOf" srcId="{9C492BD5-8DD6-435F-B23D-134AFB816AFE}" destId="{2CBC1E6A-26B2-4DB2-9906-BD746A4BCC90}" srcOrd="2" destOrd="0" presId="urn:microsoft.com/office/officeart/2018/2/layout/IconVerticalSolidList"/>
    <dgm:cxn modelId="{F7CB2F68-B05F-44A1-B242-42EAEA856142}" type="presParOf" srcId="{9C492BD5-8DD6-435F-B23D-134AFB816AFE}" destId="{5D696EA4-83FE-4DDF-8EC7-536F0F0759DA}" srcOrd="3" destOrd="0" presId="urn:microsoft.com/office/officeart/2018/2/layout/IconVerticalSolidList"/>
    <dgm:cxn modelId="{BDD4A21E-B2B5-48A7-BF9E-8D0C6F10FF69}" type="presParOf" srcId="{F89440BC-98D4-4A84-BBB2-B1635627989B}" destId="{9DEB01C5-B595-450E-8BAF-D7B833B1A9C3}" srcOrd="5" destOrd="0" presId="urn:microsoft.com/office/officeart/2018/2/layout/IconVerticalSolidList"/>
    <dgm:cxn modelId="{83F51E99-F513-4E4C-8933-FA9592F55123}" type="presParOf" srcId="{F89440BC-98D4-4A84-BBB2-B1635627989B}" destId="{5D29362B-7A47-46EE-9047-6F945E74F561}" srcOrd="6" destOrd="0" presId="urn:microsoft.com/office/officeart/2018/2/layout/IconVerticalSolidList"/>
    <dgm:cxn modelId="{0BAA59AE-5708-4B2B-8AEC-545A57D9B2D9}" type="presParOf" srcId="{5D29362B-7A47-46EE-9047-6F945E74F561}" destId="{FE4563EC-A219-42AB-B2FE-B4A087F704BD}" srcOrd="0" destOrd="0" presId="urn:microsoft.com/office/officeart/2018/2/layout/IconVerticalSolidList"/>
    <dgm:cxn modelId="{96E5BFDD-8531-4001-8280-ED383F677ED8}" type="presParOf" srcId="{5D29362B-7A47-46EE-9047-6F945E74F561}" destId="{A57EBACC-C4B2-48B8-89FE-65A919C200F4}" srcOrd="1" destOrd="0" presId="urn:microsoft.com/office/officeart/2018/2/layout/IconVerticalSolidList"/>
    <dgm:cxn modelId="{8BE49A11-37A3-4ED3-802E-07A6CF159AA1}" type="presParOf" srcId="{5D29362B-7A47-46EE-9047-6F945E74F561}" destId="{69BF5C41-861E-4628-9C7A-3E376339253F}" srcOrd="2" destOrd="0" presId="urn:microsoft.com/office/officeart/2018/2/layout/IconVerticalSolidList"/>
    <dgm:cxn modelId="{978F5A02-FD92-487D-8148-3277770F4ED7}" type="presParOf" srcId="{5D29362B-7A47-46EE-9047-6F945E74F561}" destId="{36DA5254-D41B-4539-B344-557404271EA6}" srcOrd="3" destOrd="0" presId="urn:microsoft.com/office/officeart/2018/2/layout/IconVerticalSolidList"/>
    <dgm:cxn modelId="{ABF68ED9-E12A-4D7F-A579-A73F76B63D39}" type="presParOf" srcId="{F89440BC-98D4-4A84-BBB2-B1635627989B}" destId="{3DF74CE1-C3C4-4BE4-82EB-89B573C1A08B}" srcOrd="7" destOrd="0" presId="urn:microsoft.com/office/officeart/2018/2/layout/IconVerticalSolidList"/>
    <dgm:cxn modelId="{D24029CC-145C-41FF-8DE3-09A649371F80}" type="presParOf" srcId="{F89440BC-98D4-4A84-BBB2-B1635627989B}" destId="{AC165CFF-D61E-4151-863C-40F5E0B6F613}" srcOrd="8" destOrd="0" presId="urn:microsoft.com/office/officeart/2018/2/layout/IconVerticalSolidList"/>
    <dgm:cxn modelId="{1CB15B23-ECE6-4BDB-96F1-0FCB50DF1D76}" type="presParOf" srcId="{AC165CFF-D61E-4151-863C-40F5E0B6F613}" destId="{F6195FB5-87C5-47A1-AC65-17CD9D42BBD0}" srcOrd="0" destOrd="0" presId="urn:microsoft.com/office/officeart/2018/2/layout/IconVerticalSolidList"/>
    <dgm:cxn modelId="{B4115B83-4053-4A09-854C-5D6D6C3ED71E}" type="presParOf" srcId="{AC165CFF-D61E-4151-863C-40F5E0B6F613}" destId="{D6210D8E-0D6D-48F0-9C5E-3BD3E6CE0A48}" srcOrd="1" destOrd="0" presId="urn:microsoft.com/office/officeart/2018/2/layout/IconVerticalSolidList"/>
    <dgm:cxn modelId="{D1D18103-77A8-4771-8DDA-69F816569FAD}" type="presParOf" srcId="{AC165CFF-D61E-4151-863C-40F5E0B6F613}" destId="{CD8B9AF4-BB7C-44C6-8423-D0F10960044F}" srcOrd="2" destOrd="0" presId="urn:microsoft.com/office/officeart/2018/2/layout/IconVerticalSolidList"/>
    <dgm:cxn modelId="{4817E1ED-3E8C-4E67-9F72-99DBEF5ED982}" type="presParOf" srcId="{AC165CFF-D61E-4151-863C-40F5E0B6F613}" destId="{C27A1DA6-FD18-45B6-BFE7-D0743218C4F5}" srcOrd="3" destOrd="0" presId="urn:microsoft.com/office/officeart/2018/2/layout/IconVerticalSolidList"/>
    <dgm:cxn modelId="{102A9ECE-B960-44D6-B431-0595F64960A2}" type="presParOf" srcId="{F89440BC-98D4-4A84-BBB2-B1635627989B}" destId="{3EE33F17-73F4-4C20-9AF1-0776D133BB6E}" srcOrd="9" destOrd="0" presId="urn:microsoft.com/office/officeart/2018/2/layout/IconVerticalSolidList"/>
    <dgm:cxn modelId="{92B1BE7E-5C2D-4E8A-819B-3C238216637F}" type="presParOf" srcId="{F89440BC-98D4-4A84-BBB2-B1635627989B}" destId="{E0B8DD9A-9E2C-419A-BF03-2AD0C8BF7A8B}" srcOrd="10" destOrd="0" presId="urn:microsoft.com/office/officeart/2018/2/layout/IconVerticalSolidList"/>
    <dgm:cxn modelId="{674515A5-6049-441A-96AE-9CEFE0E6E83D}" type="presParOf" srcId="{E0B8DD9A-9E2C-419A-BF03-2AD0C8BF7A8B}" destId="{FE53DC63-CE75-44F3-97D9-6FB2002223B8}" srcOrd="0" destOrd="0" presId="urn:microsoft.com/office/officeart/2018/2/layout/IconVerticalSolidList"/>
    <dgm:cxn modelId="{CEA66CAC-F9DF-428B-927B-6821E40B945F}" type="presParOf" srcId="{E0B8DD9A-9E2C-419A-BF03-2AD0C8BF7A8B}" destId="{FE4E438B-6B00-4E2D-BCD8-4DC742B1A9CD}" srcOrd="1" destOrd="0" presId="urn:microsoft.com/office/officeart/2018/2/layout/IconVerticalSolidList"/>
    <dgm:cxn modelId="{F57907E8-3884-41AE-9023-26EDF7F96681}" type="presParOf" srcId="{E0B8DD9A-9E2C-419A-BF03-2AD0C8BF7A8B}" destId="{87B94D43-CB8A-4A18-8339-663EF38AA129}" srcOrd="2" destOrd="0" presId="urn:microsoft.com/office/officeart/2018/2/layout/IconVerticalSolidList"/>
    <dgm:cxn modelId="{CE4B851D-C90A-460D-AC0F-4F1EFF5BB85C}" type="presParOf" srcId="{E0B8DD9A-9E2C-419A-BF03-2AD0C8BF7A8B}" destId="{30A5910C-8D79-4352-BF31-BCB8B90563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E05238-ED20-4B4D-9080-1EE0D80DFF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E953A7-A0A3-473E-B666-7CF1FC5D45F5}">
      <dgm:prSet/>
      <dgm:spPr/>
      <dgm:t>
        <a:bodyPr/>
        <a:lstStyle/>
        <a:p>
          <a:r>
            <a:rPr lang="en-US" dirty="0"/>
            <a:t>Water Resistant up to 300 meters</a:t>
          </a:r>
        </a:p>
      </dgm:t>
    </dgm:pt>
    <dgm:pt modelId="{254F09FB-00C1-46F3-8E05-520125DFE9A1}" type="parTrans" cxnId="{64D4BDAF-7F9A-40FE-9AF5-276C83E06387}">
      <dgm:prSet/>
      <dgm:spPr/>
      <dgm:t>
        <a:bodyPr/>
        <a:lstStyle/>
        <a:p>
          <a:endParaRPr lang="en-US"/>
        </a:p>
      </dgm:t>
    </dgm:pt>
    <dgm:pt modelId="{8E5D0775-B4E0-42BB-A751-A3215B507825}" type="sibTrans" cxnId="{64D4BDAF-7F9A-40FE-9AF5-276C83E06387}">
      <dgm:prSet/>
      <dgm:spPr/>
      <dgm:t>
        <a:bodyPr/>
        <a:lstStyle/>
        <a:p>
          <a:endParaRPr lang="en-US"/>
        </a:p>
      </dgm:t>
    </dgm:pt>
    <dgm:pt modelId="{CB56C5D5-39FD-4CDC-81D8-DE14F682CECC}">
      <dgm:prSet/>
      <dgm:spPr/>
      <dgm:t>
        <a:bodyPr/>
        <a:lstStyle/>
        <a:p>
          <a:r>
            <a:rPr lang="en-US"/>
            <a:t>Auto-Time and Local Time Switching</a:t>
          </a:r>
        </a:p>
      </dgm:t>
    </dgm:pt>
    <dgm:pt modelId="{88CB2A4C-AE5A-4594-B916-8E99B82927FC}" type="parTrans" cxnId="{85367DAB-7E32-45AB-8B36-9766B639C3A2}">
      <dgm:prSet/>
      <dgm:spPr/>
      <dgm:t>
        <a:bodyPr/>
        <a:lstStyle/>
        <a:p>
          <a:endParaRPr lang="en-US"/>
        </a:p>
      </dgm:t>
    </dgm:pt>
    <dgm:pt modelId="{8CE0B441-B3D1-4FEF-9363-7E0479CD4B99}" type="sibTrans" cxnId="{85367DAB-7E32-45AB-8B36-9766B639C3A2}">
      <dgm:prSet/>
      <dgm:spPr/>
      <dgm:t>
        <a:bodyPr/>
        <a:lstStyle/>
        <a:p>
          <a:endParaRPr lang="en-US"/>
        </a:p>
      </dgm:t>
    </dgm:pt>
    <dgm:pt modelId="{2E706E60-FE6A-4F14-808C-8A0506C1CE13}">
      <dgm:prSet/>
      <dgm:spPr/>
      <dgm:t>
        <a:bodyPr/>
        <a:lstStyle/>
        <a:p>
          <a:r>
            <a:rPr lang="en-US"/>
            <a:t>Temperature Range of -20  ̊C to 60  ̊C</a:t>
          </a:r>
        </a:p>
      </dgm:t>
    </dgm:pt>
    <dgm:pt modelId="{152E27D2-042B-464C-B268-95F03800CD82}" type="parTrans" cxnId="{0985667D-0670-4DFD-AD48-A619DFD08718}">
      <dgm:prSet/>
      <dgm:spPr/>
      <dgm:t>
        <a:bodyPr/>
        <a:lstStyle/>
        <a:p>
          <a:endParaRPr lang="en-US"/>
        </a:p>
      </dgm:t>
    </dgm:pt>
    <dgm:pt modelId="{2BFBE90A-8EBB-4C62-A4B5-596E2030DE26}" type="sibTrans" cxnId="{0985667D-0670-4DFD-AD48-A619DFD08718}">
      <dgm:prSet/>
      <dgm:spPr/>
      <dgm:t>
        <a:bodyPr/>
        <a:lstStyle/>
        <a:p>
          <a:endParaRPr lang="en-US"/>
        </a:p>
      </dgm:t>
    </dgm:pt>
    <dgm:pt modelId="{F9A04926-45AD-40B6-BB29-039CB093C1E6}">
      <dgm:prSet/>
      <dgm:spPr/>
      <dgm:t>
        <a:bodyPr/>
        <a:lstStyle/>
        <a:p>
          <a:r>
            <a:rPr lang="en-US"/>
            <a:t>Can display a tide graph and moon data</a:t>
          </a:r>
        </a:p>
      </dgm:t>
    </dgm:pt>
    <dgm:pt modelId="{B67DE4D9-3D6B-4131-BB63-7AED3DFEF5C2}" type="parTrans" cxnId="{B69D7724-8DE5-41FC-B001-3E3816EB4759}">
      <dgm:prSet/>
      <dgm:spPr/>
      <dgm:t>
        <a:bodyPr/>
        <a:lstStyle/>
        <a:p>
          <a:endParaRPr lang="en-US"/>
        </a:p>
      </dgm:t>
    </dgm:pt>
    <dgm:pt modelId="{5B6777AE-9FA1-417C-BDB4-259A64898674}" type="sibTrans" cxnId="{B69D7724-8DE5-41FC-B001-3E3816EB4759}">
      <dgm:prSet/>
      <dgm:spPr/>
      <dgm:t>
        <a:bodyPr/>
        <a:lstStyle/>
        <a:p>
          <a:endParaRPr lang="en-US"/>
        </a:p>
      </dgm:t>
    </dgm:pt>
    <dgm:pt modelId="{CA8854D7-7F61-467F-920D-CBFD38D446D1}">
      <dgm:prSet/>
      <dgm:spPr/>
      <dgm:t>
        <a:bodyPr/>
        <a:lstStyle/>
        <a:p>
          <a:r>
            <a:rPr lang="en-US"/>
            <a:t>Maximum Battery Life: 29 months</a:t>
          </a:r>
        </a:p>
      </dgm:t>
    </dgm:pt>
    <dgm:pt modelId="{767A1C8A-2BE4-43D0-BC73-EF5FFEBF6197}" type="parTrans" cxnId="{12469F25-31BD-4E5D-9438-103F99524573}">
      <dgm:prSet/>
      <dgm:spPr/>
      <dgm:t>
        <a:bodyPr/>
        <a:lstStyle/>
        <a:p>
          <a:endParaRPr lang="en-US"/>
        </a:p>
      </dgm:t>
    </dgm:pt>
    <dgm:pt modelId="{E550F125-A463-42A1-87AA-9EEA1AB0B775}" type="sibTrans" cxnId="{12469F25-31BD-4E5D-9438-103F99524573}">
      <dgm:prSet/>
      <dgm:spPr/>
      <dgm:t>
        <a:bodyPr/>
        <a:lstStyle/>
        <a:p>
          <a:endParaRPr lang="en-US"/>
        </a:p>
      </dgm:t>
    </dgm:pt>
    <dgm:pt modelId="{B692909D-9CCE-41BF-9F0A-8A17DAF9FBFD}">
      <dgm:prSet/>
      <dgm:spPr/>
      <dgm:t>
        <a:bodyPr/>
        <a:lstStyle/>
        <a:p>
          <a:r>
            <a:rPr lang="en-US"/>
            <a:t>Battery Life at highest level of consumption: 20 hours</a:t>
          </a:r>
        </a:p>
      </dgm:t>
    </dgm:pt>
    <dgm:pt modelId="{0BB38170-064C-4594-8E2D-9FDAA38D52E9}" type="parTrans" cxnId="{097AD1FF-E4D7-4B94-A2E0-18B2C8DC0D07}">
      <dgm:prSet/>
      <dgm:spPr/>
      <dgm:t>
        <a:bodyPr/>
        <a:lstStyle/>
        <a:p>
          <a:endParaRPr lang="en-US"/>
        </a:p>
      </dgm:t>
    </dgm:pt>
    <dgm:pt modelId="{0D7C2EDB-1E22-46F7-BC18-058F1FCF012A}" type="sibTrans" cxnId="{097AD1FF-E4D7-4B94-A2E0-18B2C8DC0D07}">
      <dgm:prSet/>
      <dgm:spPr/>
      <dgm:t>
        <a:bodyPr/>
        <a:lstStyle/>
        <a:p>
          <a:endParaRPr lang="en-US"/>
        </a:p>
      </dgm:t>
    </dgm:pt>
    <dgm:pt modelId="{213871D6-162A-4925-BA2B-80D3E003D42F}" type="pres">
      <dgm:prSet presAssocID="{34E05238-ED20-4B4D-9080-1EE0D80DFF7B}" presName="root" presStyleCnt="0">
        <dgm:presLayoutVars>
          <dgm:dir/>
          <dgm:resizeHandles val="exact"/>
        </dgm:presLayoutVars>
      </dgm:prSet>
      <dgm:spPr/>
    </dgm:pt>
    <dgm:pt modelId="{C5EB2EAC-7D1C-4FFF-820C-5D2DFF8130E5}" type="pres">
      <dgm:prSet presAssocID="{F6E953A7-A0A3-473E-B666-7CF1FC5D45F5}" presName="compNode" presStyleCnt="0"/>
      <dgm:spPr/>
    </dgm:pt>
    <dgm:pt modelId="{14BA30B3-6999-4973-A3AE-6C0158688DE6}" type="pres">
      <dgm:prSet presAssocID="{F6E953A7-A0A3-473E-B666-7CF1FC5D45F5}" presName="bgRect" presStyleLbl="bgShp" presStyleIdx="0" presStyleCnt="6"/>
      <dgm:spPr/>
    </dgm:pt>
    <dgm:pt modelId="{EDFE5893-4E78-4781-B091-D589E7F347E2}" type="pres">
      <dgm:prSet presAssocID="{F6E953A7-A0A3-473E-B666-7CF1FC5D45F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D2E3DF8D-16AA-4ED1-8953-2DD69A9BB1B6}" type="pres">
      <dgm:prSet presAssocID="{F6E953A7-A0A3-473E-B666-7CF1FC5D45F5}" presName="spaceRect" presStyleCnt="0"/>
      <dgm:spPr/>
    </dgm:pt>
    <dgm:pt modelId="{9A117933-77DC-4C25-B9E8-BDFD27F66391}" type="pres">
      <dgm:prSet presAssocID="{F6E953A7-A0A3-473E-B666-7CF1FC5D45F5}" presName="parTx" presStyleLbl="revTx" presStyleIdx="0" presStyleCnt="6">
        <dgm:presLayoutVars>
          <dgm:chMax val="0"/>
          <dgm:chPref val="0"/>
        </dgm:presLayoutVars>
      </dgm:prSet>
      <dgm:spPr/>
    </dgm:pt>
    <dgm:pt modelId="{29ADDE77-9E29-401F-BA13-8884D2B31347}" type="pres">
      <dgm:prSet presAssocID="{8E5D0775-B4E0-42BB-A751-A3215B507825}" presName="sibTrans" presStyleCnt="0"/>
      <dgm:spPr/>
    </dgm:pt>
    <dgm:pt modelId="{9F0C2D19-B446-4938-A4D8-E28005B38E26}" type="pres">
      <dgm:prSet presAssocID="{CB56C5D5-39FD-4CDC-81D8-DE14F682CECC}" presName="compNode" presStyleCnt="0"/>
      <dgm:spPr/>
    </dgm:pt>
    <dgm:pt modelId="{199D934C-3E64-45B2-A6A0-93FD740CAE1A}" type="pres">
      <dgm:prSet presAssocID="{CB56C5D5-39FD-4CDC-81D8-DE14F682CECC}" presName="bgRect" presStyleLbl="bgShp" presStyleIdx="1" presStyleCnt="6"/>
      <dgm:spPr/>
    </dgm:pt>
    <dgm:pt modelId="{1B25BDD3-E28B-4333-A564-32C2FB2B37E2}" type="pres">
      <dgm:prSet presAssocID="{CB56C5D5-39FD-4CDC-81D8-DE14F682CEC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3E5E300-7074-4879-928B-23AA1D3BA32A}" type="pres">
      <dgm:prSet presAssocID="{CB56C5D5-39FD-4CDC-81D8-DE14F682CECC}" presName="spaceRect" presStyleCnt="0"/>
      <dgm:spPr/>
    </dgm:pt>
    <dgm:pt modelId="{FEE203CE-50E1-4F4E-ACCD-14CEE82CE9F0}" type="pres">
      <dgm:prSet presAssocID="{CB56C5D5-39FD-4CDC-81D8-DE14F682CECC}" presName="parTx" presStyleLbl="revTx" presStyleIdx="1" presStyleCnt="6">
        <dgm:presLayoutVars>
          <dgm:chMax val="0"/>
          <dgm:chPref val="0"/>
        </dgm:presLayoutVars>
      </dgm:prSet>
      <dgm:spPr/>
    </dgm:pt>
    <dgm:pt modelId="{778C176A-604F-4834-8086-CE102EEFB7F9}" type="pres">
      <dgm:prSet presAssocID="{8CE0B441-B3D1-4FEF-9363-7E0479CD4B99}" presName="sibTrans" presStyleCnt="0"/>
      <dgm:spPr/>
    </dgm:pt>
    <dgm:pt modelId="{D97040A7-D851-4C89-B4BB-8DAC1CAF1B92}" type="pres">
      <dgm:prSet presAssocID="{2E706E60-FE6A-4F14-808C-8A0506C1CE13}" presName="compNode" presStyleCnt="0"/>
      <dgm:spPr/>
    </dgm:pt>
    <dgm:pt modelId="{F64BAF48-D4B6-4FFE-9ADC-6DA52973CE45}" type="pres">
      <dgm:prSet presAssocID="{2E706E60-FE6A-4F14-808C-8A0506C1CE13}" presName="bgRect" presStyleLbl="bgShp" presStyleIdx="2" presStyleCnt="6"/>
      <dgm:spPr/>
    </dgm:pt>
    <dgm:pt modelId="{8FFCFF0A-1F1F-4322-812E-EDFCD4CAC826}" type="pres">
      <dgm:prSet presAssocID="{2E706E60-FE6A-4F14-808C-8A0506C1CE1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5D8E2690-9FE6-4E5B-BD6D-DF5966C89B97}" type="pres">
      <dgm:prSet presAssocID="{2E706E60-FE6A-4F14-808C-8A0506C1CE13}" presName="spaceRect" presStyleCnt="0"/>
      <dgm:spPr/>
    </dgm:pt>
    <dgm:pt modelId="{239AC068-E7EC-4E53-ACE6-26FA6EBA1EDA}" type="pres">
      <dgm:prSet presAssocID="{2E706E60-FE6A-4F14-808C-8A0506C1CE13}" presName="parTx" presStyleLbl="revTx" presStyleIdx="2" presStyleCnt="6">
        <dgm:presLayoutVars>
          <dgm:chMax val="0"/>
          <dgm:chPref val="0"/>
        </dgm:presLayoutVars>
      </dgm:prSet>
      <dgm:spPr/>
    </dgm:pt>
    <dgm:pt modelId="{771AA7CF-65FB-46FE-AF7F-3D942349084A}" type="pres">
      <dgm:prSet presAssocID="{2BFBE90A-8EBB-4C62-A4B5-596E2030DE26}" presName="sibTrans" presStyleCnt="0"/>
      <dgm:spPr/>
    </dgm:pt>
    <dgm:pt modelId="{D6BE8FA0-1F1B-49D3-8FBA-EF467DE988D6}" type="pres">
      <dgm:prSet presAssocID="{F9A04926-45AD-40B6-BB29-039CB093C1E6}" presName="compNode" presStyleCnt="0"/>
      <dgm:spPr/>
    </dgm:pt>
    <dgm:pt modelId="{77B562FE-E5D8-444E-A015-959FB3EA883A}" type="pres">
      <dgm:prSet presAssocID="{F9A04926-45AD-40B6-BB29-039CB093C1E6}" presName="bgRect" presStyleLbl="bgShp" presStyleIdx="3" presStyleCnt="6"/>
      <dgm:spPr/>
    </dgm:pt>
    <dgm:pt modelId="{7512FEB4-E5E4-4200-9802-DCE64EC116E7}" type="pres">
      <dgm:prSet presAssocID="{F9A04926-45AD-40B6-BB29-039CB093C1E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171DAF3-DE73-4190-AB99-0BB681575B17}" type="pres">
      <dgm:prSet presAssocID="{F9A04926-45AD-40B6-BB29-039CB093C1E6}" presName="spaceRect" presStyleCnt="0"/>
      <dgm:spPr/>
    </dgm:pt>
    <dgm:pt modelId="{4D1779A3-4B73-4DE5-861F-36A73C4977DC}" type="pres">
      <dgm:prSet presAssocID="{F9A04926-45AD-40B6-BB29-039CB093C1E6}" presName="parTx" presStyleLbl="revTx" presStyleIdx="3" presStyleCnt="6">
        <dgm:presLayoutVars>
          <dgm:chMax val="0"/>
          <dgm:chPref val="0"/>
        </dgm:presLayoutVars>
      </dgm:prSet>
      <dgm:spPr/>
    </dgm:pt>
    <dgm:pt modelId="{B56A090B-5410-4880-B833-BAECE6DDFE88}" type="pres">
      <dgm:prSet presAssocID="{5B6777AE-9FA1-417C-BDB4-259A64898674}" presName="sibTrans" presStyleCnt="0"/>
      <dgm:spPr/>
    </dgm:pt>
    <dgm:pt modelId="{2C54EB41-E322-43AC-9257-9A4EB9DCB164}" type="pres">
      <dgm:prSet presAssocID="{CA8854D7-7F61-467F-920D-CBFD38D446D1}" presName="compNode" presStyleCnt="0"/>
      <dgm:spPr/>
    </dgm:pt>
    <dgm:pt modelId="{E87D9E64-8591-4D95-99B6-3B7CDDA6FA27}" type="pres">
      <dgm:prSet presAssocID="{CA8854D7-7F61-467F-920D-CBFD38D446D1}" presName="bgRect" presStyleLbl="bgShp" presStyleIdx="4" presStyleCnt="6"/>
      <dgm:spPr/>
    </dgm:pt>
    <dgm:pt modelId="{5056645B-B68E-4169-AB6E-4DBD4B35DEE5}" type="pres">
      <dgm:prSet presAssocID="{CA8854D7-7F61-467F-920D-CBFD38D446D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778945FA-C80A-4AA5-8D78-AE2B0A794FE7}" type="pres">
      <dgm:prSet presAssocID="{CA8854D7-7F61-467F-920D-CBFD38D446D1}" presName="spaceRect" presStyleCnt="0"/>
      <dgm:spPr/>
    </dgm:pt>
    <dgm:pt modelId="{58286647-5474-4F46-BD4F-5F8D52FC8DC2}" type="pres">
      <dgm:prSet presAssocID="{CA8854D7-7F61-467F-920D-CBFD38D446D1}" presName="parTx" presStyleLbl="revTx" presStyleIdx="4" presStyleCnt="6">
        <dgm:presLayoutVars>
          <dgm:chMax val="0"/>
          <dgm:chPref val="0"/>
        </dgm:presLayoutVars>
      </dgm:prSet>
      <dgm:spPr/>
    </dgm:pt>
    <dgm:pt modelId="{CEA5BDA0-BE70-4F24-A2F1-762683016AFC}" type="pres">
      <dgm:prSet presAssocID="{E550F125-A463-42A1-87AA-9EEA1AB0B775}" presName="sibTrans" presStyleCnt="0"/>
      <dgm:spPr/>
    </dgm:pt>
    <dgm:pt modelId="{9FA3693B-0945-4083-9E96-DDA8F1A7DAE6}" type="pres">
      <dgm:prSet presAssocID="{B692909D-9CCE-41BF-9F0A-8A17DAF9FBFD}" presName="compNode" presStyleCnt="0"/>
      <dgm:spPr/>
    </dgm:pt>
    <dgm:pt modelId="{32FE404E-2522-40B8-A95F-D9DFDCFABC55}" type="pres">
      <dgm:prSet presAssocID="{B692909D-9CCE-41BF-9F0A-8A17DAF9FBFD}" presName="bgRect" presStyleLbl="bgShp" presStyleIdx="5" presStyleCnt="6"/>
      <dgm:spPr/>
    </dgm:pt>
    <dgm:pt modelId="{1D372B28-11BA-4972-A53C-6D43E8E7C6FE}" type="pres">
      <dgm:prSet presAssocID="{B692909D-9CCE-41BF-9F0A-8A17DAF9FBF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9E288739-CE85-4765-9773-A94A8AC799C4}" type="pres">
      <dgm:prSet presAssocID="{B692909D-9CCE-41BF-9F0A-8A17DAF9FBFD}" presName="spaceRect" presStyleCnt="0"/>
      <dgm:spPr/>
    </dgm:pt>
    <dgm:pt modelId="{834DD29C-90EC-4C66-95E0-C9540120E353}" type="pres">
      <dgm:prSet presAssocID="{B692909D-9CCE-41BF-9F0A-8A17DAF9FBF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69D7724-8DE5-41FC-B001-3E3816EB4759}" srcId="{34E05238-ED20-4B4D-9080-1EE0D80DFF7B}" destId="{F9A04926-45AD-40B6-BB29-039CB093C1E6}" srcOrd="3" destOrd="0" parTransId="{B67DE4D9-3D6B-4131-BB63-7AED3DFEF5C2}" sibTransId="{5B6777AE-9FA1-417C-BDB4-259A64898674}"/>
    <dgm:cxn modelId="{12469F25-31BD-4E5D-9438-103F99524573}" srcId="{34E05238-ED20-4B4D-9080-1EE0D80DFF7B}" destId="{CA8854D7-7F61-467F-920D-CBFD38D446D1}" srcOrd="4" destOrd="0" parTransId="{767A1C8A-2BE4-43D0-BC73-EF5FFEBF6197}" sibTransId="{E550F125-A463-42A1-87AA-9EEA1AB0B775}"/>
    <dgm:cxn modelId="{470ACE51-055E-4C7B-9FA6-6F6182AB67D9}" type="presOf" srcId="{F6E953A7-A0A3-473E-B666-7CF1FC5D45F5}" destId="{9A117933-77DC-4C25-B9E8-BDFD27F66391}" srcOrd="0" destOrd="0" presId="urn:microsoft.com/office/officeart/2018/2/layout/IconVerticalSolidList"/>
    <dgm:cxn modelId="{0985667D-0670-4DFD-AD48-A619DFD08718}" srcId="{34E05238-ED20-4B4D-9080-1EE0D80DFF7B}" destId="{2E706E60-FE6A-4F14-808C-8A0506C1CE13}" srcOrd="2" destOrd="0" parTransId="{152E27D2-042B-464C-B268-95F03800CD82}" sibTransId="{2BFBE90A-8EBB-4C62-A4B5-596E2030DE26}"/>
    <dgm:cxn modelId="{85367DAB-7E32-45AB-8B36-9766B639C3A2}" srcId="{34E05238-ED20-4B4D-9080-1EE0D80DFF7B}" destId="{CB56C5D5-39FD-4CDC-81D8-DE14F682CECC}" srcOrd="1" destOrd="0" parTransId="{88CB2A4C-AE5A-4594-B916-8E99B82927FC}" sibTransId="{8CE0B441-B3D1-4FEF-9363-7E0479CD4B99}"/>
    <dgm:cxn modelId="{5FB665AE-96C8-477B-9ED1-BD878291B538}" type="presOf" srcId="{CB56C5D5-39FD-4CDC-81D8-DE14F682CECC}" destId="{FEE203CE-50E1-4F4E-ACCD-14CEE82CE9F0}" srcOrd="0" destOrd="0" presId="urn:microsoft.com/office/officeart/2018/2/layout/IconVerticalSolidList"/>
    <dgm:cxn modelId="{64D4BDAF-7F9A-40FE-9AF5-276C83E06387}" srcId="{34E05238-ED20-4B4D-9080-1EE0D80DFF7B}" destId="{F6E953A7-A0A3-473E-B666-7CF1FC5D45F5}" srcOrd="0" destOrd="0" parTransId="{254F09FB-00C1-46F3-8E05-520125DFE9A1}" sibTransId="{8E5D0775-B4E0-42BB-A751-A3215B507825}"/>
    <dgm:cxn modelId="{3EAF28B9-709A-4EC2-ACC4-2107CCB30142}" type="presOf" srcId="{2E706E60-FE6A-4F14-808C-8A0506C1CE13}" destId="{239AC068-E7EC-4E53-ACE6-26FA6EBA1EDA}" srcOrd="0" destOrd="0" presId="urn:microsoft.com/office/officeart/2018/2/layout/IconVerticalSolidList"/>
    <dgm:cxn modelId="{00ED9EBD-4D3F-4EE6-9140-95D4B4DD1ED9}" type="presOf" srcId="{34E05238-ED20-4B4D-9080-1EE0D80DFF7B}" destId="{213871D6-162A-4925-BA2B-80D3E003D42F}" srcOrd="0" destOrd="0" presId="urn:microsoft.com/office/officeart/2018/2/layout/IconVerticalSolidList"/>
    <dgm:cxn modelId="{720E29C4-2531-4B5E-BA4F-D4F45403A3FF}" type="presOf" srcId="{CA8854D7-7F61-467F-920D-CBFD38D446D1}" destId="{58286647-5474-4F46-BD4F-5F8D52FC8DC2}" srcOrd="0" destOrd="0" presId="urn:microsoft.com/office/officeart/2018/2/layout/IconVerticalSolidList"/>
    <dgm:cxn modelId="{93A616E1-1298-4827-AE2E-E9163F81F992}" type="presOf" srcId="{B692909D-9CCE-41BF-9F0A-8A17DAF9FBFD}" destId="{834DD29C-90EC-4C66-95E0-C9540120E353}" srcOrd="0" destOrd="0" presId="urn:microsoft.com/office/officeart/2018/2/layout/IconVerticalSolidList"/>
    <dgm:cxn modelId="{E17C7CF8-3120-4F5F-A09C-EB759201A125}" type="presOf" srcId="{F9A04926-45AD-40B6-BB29-039CB093C1E6}" destId="{4D1779A3-4B73-4DE5-861F-36A73C4977DC}" srcOrd="0" destOrd="0" presId="urn:microsoft.com/office/officeart/2018/2/layout/IconVerticalSolidList"/>
    <dgm:cxn modelId="{097AD1FF-E4D7-4B94-A2E0-18B2C8DC0D07}" srcId="{34E05238-ED20-4B4D-9080-1EE0D80DFF7B}" destId="{B692909D-9CCE-41BF-9F0A-8A17DAF9FBFD}" srcOrd="5" destOrd="0" parTransId="{0BB38170-064C-4594-8E2D-9FDAA38D52E9}" sibTransId="{0D7C2EDB-1E22-46F7-BC18-058F1FCF012A}"/>
    <dgm:cxn modelId="{92649C31-86F0-44B9-A9AA-FA7FFC3C24B8}" type="presParOf" srcId="{213871D6-162A-4925-BA2B-80D3E003D42F}" destId="{C5EB2EAC-7D1C-4FFF-820C-5D2DFF8130E5}" srcOrd="0" destOrd="0" presId="urn:microsoft.com/office/officeart/2018/2/layout/IconVerticalSolidList"/>
    <dgm:cxn modelId="{FF088F0A-CA18-4202-B880-CCE50985B8E8}" type="presParOf" srcId="{C5EB2EAC-7D1C-4FFF-820C-5D2DFF8130E5}" destId="{14BA30B3-6999-4973-A3AE-6C0158688DE6}" srcOrd="0" destOrd="0" presId="urn:microsoft.com/office/officeart/2018/2/layout/IconVerticalSolidList"/>
    <dgm:cxn modelId="{16CE1E5F-1F05-49DB-830E-7CA943AD2E52}" type="presParOf" srcId="{C5EB2EAC-7D1C-4FFF-820C-5D2DFF8130E5}" destId="{EDFE5893-4E78-4781-B091-D589E7F347E2}" srcOrd="1" destOrd="0" presId="urn:microsoft.com/office/officeart/2018/2/layout/IconVerticalSolidList"/>
    <dgm:cxn modelId="{1D5220B5-1ADD-4792-8124-A66EF8570239}" type="presParOf" srcId="{C5EB2EAC-7D1C-4FFF-820C-5D2DFF8130E5}" destId="{D2E3DF8D-16AA-4ED1-8953-2DD69A9BB1B6}" srcOrd="2" destOrd="0" presId="urn:microsoft.com/office/officeart/2018/2/layout/IconVerticalSolidList"/>
    <dgm:cxn modelId="{88F2D47C-F7C5-40C1-9710-2BD1F0D1EB49}" type="presParOf" srcId="{C5EB2EAC-7D1C-4FFF-820C-5D2DFF8130E5}" destId="{9A117933-77DC-4C25-B9E8-BDFD27F66391}" srcOrd="3" destOrd="0" presId="urn:microsoft.com/office/officeart/2018/2/layout/IconVerticalSolidList"/>
    <dgm:cxn modelId="{A4A05927-A033-4664-BE10-FCB74626B433}" type="presParOf" srcId="{213871D6-162A-4925-BA2B-80D3E003D42F}" destId="{29ADDE77-9E29-401F-BA13-8884D2B31347}" srcOrd="1" destOrd="0" presId="urn:microsoft.com/office/officeart/2018/2/layout/IconVerticalSolidList"/>
    <dgm:cxn modelId="{884A65C0-7550-4AB4-B338-AB067348A692}" type="presParOf" srcId="{213871D6-162A-4925-BA2B-80D3E003D42F}" destId="{9F0C2D19-B446-4938-A4D8-E28005B38E26}" srcOrd="2" destOrd="0" presId="urn:microsoft.com/office/officeart/2018/2/layout/IconVerticalSolidList"/>
    <dgm:cxn modelId="{731A65FC-2B9F-4861-BFD1-5BDCA1FA79FB}" type="presParOf" srcId="{9F0C2D19-B446-4938-A4D8-E28005B38E26}" destId="{199D934C-3E64-45B2-A6A0-93FD740CAE1A}" srcOrd="0" destOrd="0" presId="urn:microsoft.com/office/officeart/2018/2/layout/IconVerticalSolidList"/>
    <dgm:cxn modelId="{3622A5D7-227C-4182-B184-D67A71EEBB65}" type="presParOf" srcId="{9F0C2D19-B446-4938-A4D8-E28005B38E26}" destId="{1B25BDD3-E28B-4333-A564-32C2FB2B37E2}" srcOrd="1" destOrd="0" presId="urn:microsoft.com/office/officeart/2018/2/layout/IconVerticalSolidList"/>
    <dgm:cxn modelId="{04347178-C9D3-44AB-A443-C24982E0817E}" type="presParOf" srcId="{9F0C2D19-B446-4938-A4D8-E28005B38E26}" destId="{13E5E300-7074-4879-928B-23AA1D3BA32A}" srcOrd="2" destOrd="0" presId="urn:microsoft.com/office/officeart/2018/2/layout/IconVerticalSolidList"/>
    <dgm:cxn modelId="{3A035AE6-AE78-4CEA-A604-EB556EE0B71E}" type="presParOf" srcId="{9F0C2D19-B446-4938-A4D8-E28005B38E26}" destId="{FEE203CE-50E1-4F4E-ACCD-14CEE82CE9F0}" srcOrd="3" destOrd="0" presId="urn:microsoft.com/office/officeart/2018/2/layout/IconVerticalSolidList"/>
    <dgm:cxn modelId="{218679AC-BC8A-4398-9279-397000E62C24}" type="presParOf" srcId="{213871D6-162A-4925-BA2B-80D3E003D42F}" destId="{778C176A-604F-4834-8086-CE102EEFB7F9}" srcOrd="3" destOrd="0" presId="urn:microsoft.com/office/officeart/2018/2/layout/IconVerticalSolidList"/>
    <dgm:cxn modelId="{BA8D2EC3-5A9A-4BB7-A4DD-2729EBFE7AA4}" type="presParOf" srcId="{213871D6-162A-4925-BA2B-80D3E003D42F}" destId="{D97040A7-D851-4C89-B4BB-8DAC1CAF1B92}" srcOrd="4" destOrd="0" presId="urn:microsoft.com/office/officeart/2018/2/layout/IconVerticalSolidList"/>
    <dgm:cxn modelId="{FAB22032-9D10-4D18-A782-7B05ADACD4F4}" type="presParOf" srcId="{D97040A7-D851-4C89-B4BB-8DAC1CAF1B92}" destId="{F64BAF48-D4B6-4FFE-9ADC-6DA52973CE45}" srcOrd="0" destOrd="0" presId="urn:microsoft.com/office/officeart/2018/2/layout/IconVerticalSolidList"/>
    <dgm:cxn modelId="{BBD3A427-8535-446B-BB69-AED8D13A1152}" type="presParOf" srcId="{D97040A7-D851-4C89-B4BB-8DAC1CAF1B92}" destId="{8FFCFF0A-1F1F-4322-812E-EDFCD4CAC826}" srcOrd="1" destOrd="0" presId="urn:microsoft.com/office/officeart/2018/2/layout/IconVerticalSolidList"/>
    <dgm:cxn modelId="{1C850378-C317-434C-AE29-B5F498A99E54}" type="presParOf" srcId="{D97040A7-D851-4C89-B4BB-8DAC1CAF1B92}" destId="{5D8E2690-9FE6-4E5B-BD6D-DF5966C89B97}" srcOrd="2" destOrd="0" presId="urn:microsoft.com/office/officeart/2018/2/layout/IconVerticalSolidList"/>
    <dgm:cxn modelId="{629DA1D8-D77C-4412-9964-E5236DB6C797}" type="presParOf" srcId="{D97040A7-D851-4C89-B4BB-8DAC1CAF1B92}" destId="{239AC068-E7EC-4E53-ACE6-26FA6EBA1EDA}" srcOrd="3" destOrd="0" presId="urn:microsoft.com/office/officeart/2018/2/layout/IconVerticalSolidList"/>
    <dgm:cxn modelId="{362BBD75-5B2D-4BAA-A845-66F0AFAEA083}" type="presParOf" srcId="{213871D6-162A-4925-BA2B-80D3E003D42F}" destId="{771AA7CF-65FB-46FE-AF7F-3D942349084A}" srcOrd="5" destOrd="0" presId="urn:microsoft.com/office/officeart/2018/2/layout/IconVerticalSolidList"/>
    <dgm:cxn modelId="{B04ACEE7-FB59-4DB8-9C79-32495CB5C704}" type="presParOf" srcId="{213871D6-162A-4925-BA2B-80D3E003D42F}" destId="{D6BE8FA0-1F1B-49D3-8FBA-EF467DE988D6}" srcOrd="6" destOrd="0" presId="urn:microsoft.com/office/officeart/2018/2/layout/IconVerticalSolidList"/>
    <dgm:cxn modelId="{6F920B7C-D56F-4DDA-A630-93F005F1BAAD}" type="presParOf" srcId="{D6BE8FA0-1F1B-49D3-8FBA-EF467DE988D6}" destId="{77B562FE-E5D8-444E-A015-959FB3EA883A}" srcOrd="0" destOrd="0" presId="urn:microsoft.com/office/officeart/2018/2/layout/IconVerticalSolidList"/>
    <dgm:cxn modelId="{49D64963-8369-44A8-B80A-99188913F89E}" type="presParOf" srcId="{D6BE8FA0-1F1B-49D3-8FBA-EF467DE988D6}" destId="{7512FEB4-E5E4-4200-9802-DCE64EC116E7}" srcOrd="1" destOrd="0" presId="urn:microsoft.com/office/officeart/2018/2/layout/IconVerticalSolidList"/>
    <dgm:cxn modelId="{81F11110-110E-475A-9E5B-40E80742C125}" type="presParOf" srcId="{D6BE8FA0-1F1B-49D3-8FBA-EF467DE988D6}" destId="{1171DAF3-DE73-4190-AB99-0BB681575B17}" srcOrd="2" destOrd="0" presId="urn:microsoft.com/office/officeart/2018/2/layout/IconVerticalSolidList"/>
    <dgm:cxn modelId="{CE0B6BE5-D9E8-4C99-8560-CC51C0ED82DF}" type="presParOf" srcId="{D6BE8FA0-1F1B-49D3-8FBA-EF467DE988D6}" destId="{4D1779A3-4B73-4DE5-861F-36A73C4977DC}" srcOrd="3" destOrd="0" presId="urn:microsoft.com/office/officeart/2018/2/layout/IconVerticalSolidList"/>
    <dgm:cxn modelId="{70C7C679-BDC6-4044-A75E-D2DA1BA47211}" type="presParOf" srcId="{213871D6-162A-4925-BA2B-80D3E003D42F}" destId="{B56A090B-5410-4880-B833-BAECE6DDFE88}" srcOrd="7" destOrd="0" presId="urn:microsoft.com/office/officeart/2018/2/layout/IconVerticalSolidList"/>
    <dgm:cxn modelId="{A4812EEE-6101-491D-9E56-6EC870A6F901}" type="presParOf" srcId="{213871D6-162A-4925-BA2B-80D3E003D42F}" destId="{2C54EB41-E322-43AC-9257-9A4EB9DCB164}" srcOrd="8" destOrd="0" presId="urn:microsoft.com/office/officeart/2018/2/layout/IconVerticalSolidList"/>
    <dgm:cxn modelId="{D23C3C55-9653-4334-8B06-9BC884768513}" type="presParOf" srcId="{2C54EB41-E322-43AC-9257-9A4EB9DCB164}" destId="{E87D9E64-8591-4D95-99B6-3B7CDDA6FA27}" srcOrd="0" destOrd="0" presId="urn:microsoft.com/office/officeart/2018/2/layout/IconVerticalSolidList"/>
    <dgm:cxn modelId="{FCE9BE00-7011-4BC1-97E1-B450DA259908}" type="presParOf" srcId="{2C54EB41-E322-43AC-9257-9A4EB9DCB164}" destId="{5056645B-B68E-4169-AB6E-4DBD4B35DEE5}" srcOrd="1" destOrd="0" presId="urn:microsoft.com/office/officeart/2018/2/layout/IconVerticalSolidList"/>
    <dgm:cxn modelId="{B209B04F-EA14-48B5-9ADA-559F19036E14}" type="presParOf" srcId="{2C54EB41-E322-43AC-9257-9A4EB9DCB164}" destId="{778945FA-C80A-4AA5-8D78-AE2B0A794FE7}" srcOrd="2" destOrd="0" presId="urn:microsoft.com/office/officeart/2018/2/layout/IconVerticalSolidList"/>
    <dgm:cxn modelId="{4D2B6A1D-2E05-48B3-804A-85CEFB1556FA}" type="presParOf" srcId="{2C54EB41-E322-43AC-9257-9A4EB9DCB164}" destId="{58286647-5474-4F46-BD4F-5F8D52FC8DC2}" srcOrd="3" destOrd="0" presId="urn:microsoft.com/office/officeart/2018/2/layout/IconVerticalSolidList"/>
    <dgm:cxn modelId="{299604FC-BE3C-424F-9B74-C4C5321C19E4}" type="presParOf" srcId="{213871D6-162A-4925-BA2B-80D3E003D42F}" destId="{CEA5BDA0-BE70-4F24-A2F1-762683016AFC}" srcOrd="9" destOrd="0" presId="urn:microsoft.com/office/officeart/2018/2/layout/IconVerticalSolidList"/>
    <dgm:cxn modelId="{2765DACA-270A-45AF-A667-871242A1AD92}" type="presParOf" srcId="{213871D6-162A-4925-BA2B-80D3E003D42F}" destId="{9FA3693B-0945-4083-9E96-DDA8F1A7DAE6}" srcOrd="10" destOrd="0" presId="urn:microsoft.com/office/officeart/2018/2/layout/IconVerticalSolidList"/>
    <dgm:cxn modelId="{74CBC775-9CFC-4C38-AAF8-DBD7EDB6E2E7}" type="presParOf" srcId="{9FA3693B-0945-4083-9E96-DDA8F1A7DAE6}" destId="{32FE404E-2522-40B8-A95F-D9DFDCFABC55}" srcOrd="0" destOrd="0" presId="urn:microsoft.com/office/officeart/2018/2/layout/IconVerticalSolidList"/>
    <dgm:cxn modelId="{2BD21C1B-BD4C-49EA-96E5-1C7EED62D3C3}" type="presParOf" srcId="{9FA3693B-0945-4083-9E96-DDA8F1A7DAE6}" destId="{1D372B28-11BA-4972-A53C-6D43E8E7C6FE}" srcOrd="1" destOrd="0" presId="urn:microsoft.com/office/officeart/2018/2/layout/IconVerticalSolidList"/>
    <dgm:cxn modelId="{046B4BCB-2C6E-4417-AE31-A5316B7AFEB1}" type="presParOf" srcId="{9FA3693B-0945-4083-9E96-DDA8F1A7DAE6}" destId="{9E288739-CE85-4765-9773-A94A8AC799C4}" srcOrd="2" destOrd="0" presId="urn:microsoft.com/office/officeart/2018/2/layout/IconVerticalSolidList"/>
    <dgm:cxn modelId="{BDC48804-EEF4-4E10-BB13-2C25971BBA36}" type="presParOf" srcId="{9FA3693B-0945-4083-9E96-DDA8F1A7DAE6}" destId="{834DD29C-90EC-4C66-95E0-C9540120E3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DAAD8B-4F52-4E5B-B609-F958F14204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309CE05-2E16-44EC-8E28-768131D7A2E8}">
      <dgm:prSet/>
      <dgm:spPr/>
      <dgm:t>
        <a:bodyPr/>
        <a:lstStyle/>
        <a:p>
          <a:r>
            <a:rPr lang="en-US"/>
            <a:t>G-Shock has a Guinness World Record for heaviest vehicle to drive on top of a watch</a:t>
          </a:r>
        </a:p>
      </dgm:t>
    </dgm:pt>
    <dgm:pt modelId="{FA3BBB4A-3B67-47BD-AA94-FF141FD564AA}" type="parTrans" cxnId="{73981FCA-04D0-4B2C-AD88-71CD42C87882}">
      <dgm:prSet/>
      <dgm:spPr/>
      <dgm:t>
        <a:bodyPr/>
        <a:lstStyle/>
        <a:p>
          <a:endParaRPr lang="en-US"/>
        </a:p>
      </dgm:t>
    </dgm:pt>
    <dgm:pt modelId="{023CF10D-D85B-4FF8-9C1C-79EE64F6BE4E}" type="sibTrans" cxnId="{73981FCA-04D0-4B2C-AD88-71CD42C87882}">
      <dgm:prSet/>
      <dgm:spPr/>
      <dgm:t>
        <a:bodyPr/>
        <a:lstStyle/>
        <a:p>
          <a:endParaRPr lang="en-US"/>
        </a:p>
      </dgm:t>
    </dgm:pt>
    <dgm:pt modelId="{1746B1EA-5D4A-40FD-BAC6-C50F0DFE7FE3}">
      <dgm:prSet/>
      <dgm:spPr/>
      <dgm:t>
        <a:bodyPr/>
        <a:lstStyle/>
        <a:p>
          <a:r>
            <a:rPr lang="en-US"/>
            <a:t>Average Battery Life for G-Shocks is 10 years</a:t>
          </a:r>
        </a:p>
      </dgm:t>
    </dgm:pt>
    <dgm:pt modelId="{95E95563-DCED-4F54-8900-A67F398E0C81}" type="parTrans" cxnId="{EDB870E2-568B-4F81-8960-B7D6AD44B4DA}">
      <dgm:prSet/>
      <dgm:spPr/>
      <dgm:t>
        <a:bodyPr/>
        <a:lstStyle/>
        <a:p>
          <a:endParaRPr lang="en-US"/>
        </a:p>
      </dgm:t>
    </dgm:pt>
    <dgm:pt modelId="{CF470401-A5B1-42A6-AC99-BF3E3A9D14EE}" type="sibTrans" cxnId="{EDB870E2-568B-4F81-8960-B7D6AD44B4DA}">
      <dgm:prSet/>
      <dgm:spPr/>
      <dgm:t>
        <a:bodyPr/>
        <a:lstStyle/>
        <a:p>
          <a:endParaRPr lang="en-US"/>
        </a:p>
      </dgm:t>
    </dgm:pt>
    <dgm:pt modelId="{39C7EE45-9206-47CD-80C6-A52A91ACC917}">
      <dgm:prSet/>
      <dgm:spPr/>
      <dgm:t>
        <a:bodyPr/>
        <a:lstStyle/>
        <a:p>
          <a:r>
            <a:rPr lang="en-US"/>
            <a:t>Almost every G-Shock is subject to withstand US Military Requirements for toughness and durability</a:t>
          </a:r>
        </a:p>
      </dgm:t>
    </dgm:pt>
    <dgm:pt modelId="{824C7762-80CA-4BE6-AA1B-39685958E404}" type="parTrans" cxnId="{0599E7F5-5AF5-4297-9D44-129532771BE1}">
      <dgm:prSet/>
      <dgm:spPr/>
      <dgm:t>
        <a:bodyPr/>
        <a:lstStyle/>
        <a:p>
          <a:endParaRPr lang="en-US"/>
        </a:p>
      </dgm:t>
    </dgm:pt>
    <dgm:pt modelId="{53F305AE-A7DC-45A0-8DE7-6896349266A5}" type="sibTrans" cxnId="{0599E7F5-5AF5-4297-9D44-129532771BE1}">
      <dgm:prSet/>
      <dgm:spPr/>
      <dgm:t>
        <a:bodyPr/>
        <a:lstStyle/>
        <a:p>
          <a:endParaRPr lang="en-US"/>
        </a:p>
      </dgm:t>
    </dgm:pt>
    <dgm:pt modelId="{33621DC4-406B-43E1-85FF-CE0B22FB0AB0}">
      <dgm:prSet/>
      <dgm:spPr/>
      <dgm:t>
        <a:bodyPr/>
        <a:lstStyle/>
        <a:p>
          <a:r>
            <a:rPr lang="en-US" dirty="0"/>
            <a:t>G-Shock makes watches that are certified for deep-sea diving (ISO Ratings)</a:t>
          </a:r>
        </a:p>
      </dgm:t>
    </dgm:pt>
    <dgm:pt modelId="{3AF0B935-4392-484E-9262-32B98CDAFF63}" type="parTrans" cxnId="{2BF2EF1F-9AFF-476D-A529-04E31C9B80CF}">
      <dgm:prSet/>
      <dgm:spPr/>
      <dgm:t>
        <a:bodyPr/>
        <a:lstStyle/>
        <a:p>
          <a:endParaRPr lang="en-US"/>
        </a:p>
      </dgm:t>
    </dgm:pt>
    <dgm:pt modelId="{20D11F43-0169-4459-ABDB-CC2A43877913}" type="sibTrans" cxnId="{2BF2EF1F-9AFF-476D-A529-04E31C9B80CF}">
      <dgm:prSet/>
      <dgm:spPr/>
      <dgm:t>
        <a:bodyPr/>
        <a:lstStyle/>
        <a:p>
          <a:endParaRPr lang="en-US"/>
        </a:p>
      </dgm:t>
    </dgm:pt>
    <dgm:pt modelId="{0BBCC46C-623F-490E-8CB4-1DE713F7DF20}" type="pres">
      <dgm:prSet presAssocID="{D3DAAD8B-4F52-4E5B-B609-F958F14204DF}" presName="root" presStyleCnt="0">
        <dgm:presLayoutVars>
          <dgm:dir/>
          <dgm:resizeHandles val="exact"/>
        </dgm:presLayoutVars>
      </dgm:prSet>
      <dgm:spPr/>
    </dgm:pt>
    <dgm:pt modelId="{FB9AF877-5ED5-45A5-9D7A-E46293737AA4}" type="pres">
      <dgm:prSet presAssocID="{6309CE05-2E16-44EC-8E28-768131D7A2E8}" presName="compNode" presStyleCnt="0"/>
      <dgm:spPr/>
    </dgm:pt>
    <dgm:pt modelId="{A8CCF7F7-C984-4A09-9D22-FEDE3091E35A}" type="pres">
      <dgm:prSet presAssocID="{6309CE05-2E16-44EC-8E28-768131D7A2E8}" presName="bgRect" presStyleLbl="bgShp" presStyleIdx="0" presStyleCnt="4"/>
      <dgm:spPr/>
    </dgm:pt>
    <dgm:pt modelId="{37AED5C3-9136-4091-B32C-107F6ABDE2DF}" type="pres">
      <dgm:prSet presAssocID="{6309CE05-2E16-44EC-8E28-768131D7A2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6B6D8E0C-6277-49E5-92CF-0E614E6D7657}" type="pres">
      <dgm:prSet presAssocID="{6309CE05-2E16-44EC-8E28-768131D7A2E8}" presName="spaceRect" presStyleCnt="0"/>
      <dgm:spPr/>
    </dgm:pt>
    <dgm:pt modelId="{D1FA43E1-99EF-4413-B686-5A92209A7C22}" type="pres">
      <dgm:prSet presAssocID="{6309CE05-2E16-44EC-8E28-768131D7A2E8}" presName="parTx" presStyleLbl="revTx" presStyleIdx="0" presStyleCnt="4">
        <dgm:presLayoutVars>
          <dgm:chMax val="0"/>
          <dgm:chPref val="0"/>
        </dgm:presLayoutVars>
      </dgm:prSet>
      <dgm:spPr/>
    </dgm:pt>
    <dgm:pt modelId="{32C0CBA6-2701-46A5-9DD7-E7CA3454EC0B}" type="pres">
      <dgm:prSet presAssocID="{023CF10D-D85B-4FF8-9C1C-79EE64F6BE4E}" presName="sibTrans" presStyleCnt="0"/>
      <dgm:spPr/>
    </dgm:pt>
    <dgm:pt modelId="{75813E98-14E4-4E76-B670-81A8E981CE2C}" type="pres">
      <dgm:prSet presAssocID="{1746B1EA-5D4A-40FD-BAC6-C50F0DFE7FE3}" presName="compNode" presStyleCnt="0"/>
      <dgm:spPr/>
    </dgm:pt>
    <dgm:pt modelId="{A07AA16F-83AF-438D-9BF4-49F62D75DACF}" type="pres">
      <dgm:prSet presAssocID="{1746B1EA-5D4A-40FD-BAC6-C50F0DFE7FE3}" presName="bgRect" presStyleLbl="bgShp" presStyleIdx="1" presStyleCnt="4"/>
      <dgm:spPr/>
    </dgm:pt>
    <dgm:pt modelId="{6B890553-1BEE-4655-BA9E-E45677324193}" type="pres">
      <dgm:prSet presAssocID="{1746B1EA-5D4A-40FD-BAC6-C50F0DFE7F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B93279F1-2639-453B-948A-B87D9A6D0325}" type="pres">
      <dgm:prSet presAssocID="{1746B1EA-5D4A-40FD-BAC6-C50F0DFE7FE3}" presName="spaceRect" presStyleCnt="0"/>
      <dgm:spPr/>
    </dgm:pt>
    <dgm:pt modelId="{74E3D530-096D-410F-B3E6-9E8C00264364}" type="pres">
      <dgm:prSet presAssocID="{1746B1EA-5D4A-40FD-BAC6-C50F0DFE7FE3}" presName="parTx" presStyleLbl="revTx" presStyleIdx="1" presStyleCnt="4">
        <dgm:presLayoutVars>
          <dgm:chMax val="0"/>
          <dgm:chPref val="0"/>
        </dgm:presLayoutVars>
      </dgm:prSet>
      <dgm:spPr/>
    </dgm:pt>
    <dgm:pt modelId="{65D88658-B530-4853-989B-103BA9C892A6}" type="pres">
      <dgm:prSet presAssocID="{CF470401-A5B1-42A6-AC99-BF3E3A9D14EE}" presName="sibTrans" presStyleCnt="0"/>
      <dgm:spPr/>
    </dgm:pt>
    <dgm:pt modelId="{A66024A8-EA98-42CC-A882-CA4C2703F9A6}" type="pres">
      <dgm:prSet presAssocID="{39C7EE45-9206-47CD-80C6-A52A91ACC917}" presName="compNode" presStyleCnt="0"/>
      <dgm:spPr/>
    </dgm:pt>
    <dgm:pt modelId="{B1C72B14-B172-442B-8F81-E709F83CD987}" type="pres">
      <dgm:prSet presAssocID="{39C7EE45-9206-47CD-80C6-A52A91ACC917}" presName="bgRect" presStyleLbl="bgShp" presStyleIdx="2" presStyleCnt="4"/>
      <dgm:spPr/>
    </dgm:pt>
    <dgm:pt modelId="{0D57CEB7-0E10-4E79-9FCD-2F3DF50C2B72}" type="pres">
      <dgm:prSet presAssocID="{39C7EE45-9206-47CD-80C6-A52A91ACC9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alArts"/>
        </a:ext>
      </dgm:extLst>
    </dgm:pt>
    <dgm:pt modelId="{C35BE016-6820-4F5D-92DF-715A7A862D76}" type="pres">
      <dgm:prSet presAssocID="{39C7EE45-9206-47CD-80C6-A52A91ACC917}" presName="spaceRect" presStyleCnt="0"/>
      <dgm:spPr/>
    </dgm:pt>
    <dgm:pt modelId="{48BD248F-5117-436D-A0EE-B74958CCA0F7}" type="pres">
      <dgm:prSet presAssocID="{39C7EE45-9206-47CD-80C6-A52A91ACC917}" presName="parTx" presStyleLbl="revTx" presStyleIdx="2" presStyleCnt="4">
        <dgm:presLayoutVars>
          <dgm:chMax val="0"/>
          <dgm:chPref val="0"/>
        </dgm:presLayoutVars>
      </dgm:prSet>
      <dgm:spPr/>
    </dgm:pt>
    <dgm:pt modelId="{7C7342EB-84D1-4BA0-8A85-163AFDF1B1A3}" type="pres">
      <dgm:prSet presAssocID="{53F305AE-A7DC-45A0-8DE7-6896349266A5}" presName="sibTrans" presStyleCnt="0"/>
      <dgm:spPr/>
    </dgm:pt>
    <dgm:pt modelId="{5CBDD7C1-E036-40C9-B6F8-7D44B1885AAF}" type="pres">
      <dgm:prSet presAssocID="{33621DC4-406B-43E1-85FF-CE0B22FB0AB0}" presName="compNode" presStyleCnt="0"/>
      <dgm:spPr/>
    </dgm:pt>
    <dgm:pt modelId="{0DBCADC4-DDFC-4E2C-A5A0-745D57E4AA7C}" type="pres">
      <dgm:prSet presAssocID="{33621DC4-406B-43E1-85FF-CE0B22FB0AB0}" presName="bgRect" presStyleLbl="bgShp" presStyleIdx="3" presStyleCnt="4"/>
      <dgm:spPr/>
    </dgm:pt>
    <dgm:pt modelId="{D4078B42-3CB6-4087-BBAA-6420EB885F4B}" type="pres">
      <dgm:prSet presAssocID="{33621DC4-406B-43E1-85FF-CE0B22FB0AB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uba dive"/>
        </a:ext>
      </dgm:extLst>
    </dgm:pt>
    <dgm:pt modelId="{1BEA6959-161A-4FF2-9793-915F05115EB7}" type="pres">
      <dgm:prSet presAssocID="{33621DC4-406B-43E1-85FF-CE0B22FB0AB0}" presName="spaceRect" presStyleCnt="0"/>
      <dgm:spPr/>
    </dgm:pt>
    <dgm:pt modelId="{69DC3B09-E503-4FCD-AE13-5EC1CEE69194}" type="pres">
      <dgm:prSet presAssocID="{33621DC4-406B-43E1-85FF-CE0B22FB0AB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F2EF1F-9AFF-476D-A529-04E31C9B80CF}" srcId="{D3DAAD8B-4F52-4E5B-B609-F958F14204DF}" destId="{33621DC4-406B-43E1-85FF-CE0B22FB0AB0}" srcOrd="3" destOrd="0" parTransId="{3AF0B935-4392-484E-9262-32B98CDAFF63}" sibTransId="{20D11F43-0169-4459-ABDB-CC2A43877913}"/>
    <dgm:cxn modelId="{7922AF28-8BAF-4693-8063-1513ABEE2F1C}" type="presOf" srcId="{6309CE05-2E16-44EC-8E28-768131D7A2E8}" destId="{D1FA43E1-99EF-4413-B686-5A92209A7C22}" srcOrd="0" destOrd="0" presId="urn:microsoft.com/office/officeart/2018/2/layout/IconVerticalSolidList"/>
    <dgm:cxn modelId="{0A79AD2E-C027-4600-8FFD-7C62A94C501D}" type="presOf" srcId="{1746B1EA-5D4A-40FD-BAC6-C50F0DFE7FE3}" destId="{74E3D530-096D-410F-B3E6-9E8C00264364}" srcOrd="0" destOrd="0" presId="urn:microsoft.com/office/officeart/2018/2/layout/IconVerticalSolidList"/>
    <dgm:cxn modelId="{86752940-8457-4280-BBBE-AAD89FACC8C0}" type="presOf" srcId="{D3DAAD8B-4F52-4E5B-B609-F958F14204DF}" destId="{0BBCC46C-623F-490E-8CB4-1DE713F7DF20}" srcOrd="0" destOrd="0" presId="urn:microsoft.com/office/officeart/2018/2/layout/IconVerticalSolidList"/>
    <dgm:cxn modelId="{1B6F5A52-6C1D-46E0-9967-B3D98DB4DF00}" type="presOf" srcId="{33621DC4-406B-43E1-85FF-CE0B22FB0AB0}" destId="{69DC3B09-E503-4FCD-AE13-5EC1CEE69194}" srcOrd="0" destOrd="0" presId="urn:microsoft.com/office/officeart/2018/2/layout/IconVerticalSolidList"/>
    <dgm:cxn modelId="{51047155-F612-4431-9B70-C6C77F24AED7}" type="presOf" srcId="{39C7EE45-9206-47CD-80C6-A52A91ACC917}" destId="{48BD248F-5117-436D-A0EE-B74958CCA0F7}" srcOrd="0" destOrd="0" presId="urn:microsoft.com/office/officeart/2018/2/layout/IconVerticalSolidList"/>
    <dgm:cxn modelId="{73981FCA-04D0-4B2C-AD88-71CD42C87882}" srcId="{D3DAAD8B-4F52-4E5B-B609-F958F14204DF}" destId="{6309CE05-2E16-44EC-8E28-768131D7A2E8}" srcOrd="0" destOrd="0" parTransId="{FA3BBB4A-3B67-47BD-AA94-FF141FD564AA}" sibTransId="{023CF10D-D85B-4FF8-9C1C-79EE64F6BE4E}"/>
    <dgm:cxn modelId="{EDB870E2-568B-4F81-8960-B7D6AD44B4DA}" srcId="{D3DAAD8B-4F52-4E5B-B609-F958F14204DF}" destId="{1746B1EA-5D4A-40FD-BAC6-C50F0DFE7FE3}" srcOrd="1" destOrd="0" parTransId="{95E95563-DCED-4F54-8900-A67F398E0C81}" sibTransId="{CF470401-A5B1-42A6-AC99-BF3E3A9D14EE}"/>
    <dgm:cxn modelId="{0599E7F5-5AF5-4297-9D44-129532771BE1}" srcId="{D3DAAD8B-4F52-4E5B-B609-F958F14204DF}" destId="{39C7EE45-9206-47CD-80C6-A52A91ACC917}" srcOrd="2" destOrd="0" parTransId="{824C7762-80CA-4BE6-AA1B-39685958E404}" sibTransId="{53F305AE-A7DC-45A0-8DE7-6896349266A5}"/>
    <dgm:cxn modelId="{D1CD4010-AC03-4823-8CB4-51CC25253DAC}" type="presParOf" srcId="{0BBCC46C-623F-490E-8CB4-1DE713F7DF20}" destId="{FB9AF877-5ED5-45A5-9D7A-E46293737AA4}" srcOrd="0" destOrd="0" presId="urn:microsoft.com/office/officeart/2018/2/layout/IconVerticalSolidList"/>
    <dgm:cxn modelId="{235E8E79-D7D0-4E05-BED3-B349A2189988}" type="presParOf" srcId="{FB9AF877-5ED5-45A5-9D7A-E46293737AA4}" destId="{A8CCF7F7-C984-4A09-9D22-FEDE3091E35A}" srcOrd="0" destOrd="0" presId="urn:microsoft.com/office/officeart/2018/2/layout/IconVerticalSolidList"/>
    <dgm:cxn modelId="{BB10572F-0B7A-47A1-8D9C-5220FB0D1E4B}" type="presParOf" srcId="{FB9AF877-5ED5-45A5-9D7A-E46293737AA4}" destId="{37AED5C3-9136-4091-B32C-107F6ABDE2DF}" srcOrd="1" destOrd="0" presId="urn:microsoft.com/office/officeart/2018/2/layout/IconVerticalSolidList"/>
    <dgm:cxn modelId="{44B570AA-74D1-44E5-9AD8-032F1D1BAB58}" type="presParOf" srcId="{FB9AF877-5ED5-45A5-9D7A-E46293737AA4}" destId="{6B6D8E0C-6277-49E5-92CF-0E614E6D7657}" srcOrd="2" destOrd="0" presId="urn:microsoft.com/office/officeart/2018/2/layout/IconVerticalSolidList"/>
    <dgm:cxn modelId="{757E6CC5-8204-429F-9AEE-252CA87FD2EC}" type="presParOf" srcId="{FB9AF877-5ED5-45A5-9D7A-E46293737AA4}" destId="{D1FA43E1-99EF-4413-B686-5A92209A7C22}" srcOrd="3" destOrd="0" presId="urn:microsoft.com/office/officeart/2018/2/layout/IconVerticalSolidList"/>
    <dgm:cxn modelId="{0F1E92CB-AB6B-482F-ACBC-DFD2A0078E99}" type="presParOf" srcId="{0BBCC46C-623F-490E-8CB4-1DE713F7DF20}" destId="{32C0CBA6-2701-46A5-9DD7-E7CA3454EC0B}" srcOrd="1" destOrd="0" presId="urn:microsoft.com/office/officeart/2018/2/layout/IconVerticalSolidList"/>
    <dgm:cxn modelId="{D6E21984-18F9-4D04-8088-B93A6EE61A0D}" type="presParOf" srcId="{0BBCC46C-623F-490E-8CB4-1DE713F7DF20}" destId="{75813E98-14E4-4E76-B670-81A8E981CE2C}" srcOrd="2" destOrd="0" presId="urn:microsoft.com/office/officeart/2018/2/layout/IconVerticalSolidList"/>
    <dgm:cxn modelId="{5DE83916-2712-479D-A7DB-F1AEA936A8AB}" type="presParOf" srcId="{75813E98-14E4-4E76-B670-81A8E981CE2C}" destId="{A07AA16F-83AF-438D-9BF4-49F62D75DACF}" srcOrd="0" destOrd="0" presId="urn:microsoft.com/office/officeart/2018/2/layout/IconVerticalSolidList"/>
    <dgm:cxn modelId="{AA1AB907-34E7-4454-8553-676EF550263A}" type="presParOf" srcId="{75813E98-14E4-4E76-B670-81A8E981CE2C}" destId="{6B890553-1BEE-4655-BA9E-E45677324193}" srcOrd="1" destOrd="0" presId="urn:microsoft.com/office/officeart/2018/2/layout/IconVerticalSolidList"/>
    <dgm:cxn modelId="{836E1955-14BA-4B0A-B71B-7DBFBCF88147}" type="presParOf" srcId="{75813E98-14E4-4E76-B670-81A8E981CE2C}" destId="{B93279F1-2639-453B-948A-B87D9A6D0325}" srcOrd="2" destOrd="0" presId="urn:microsoft.com/office/officeart/2018/2/layout/IconVerticalSolidList"/>
    <dgm:cxn modelId="{022ABADD-88C2-43FC-912C-AD406CBE109F}" type="presParOf" srcId="{75813E98-14E4-4E76-B670-81A8E981CE2C}" destId="{74E3D530-096D-410F-B3E6-9E8C00264364}" srcOrd="3" destOrd="0" presId="urn:microsoft.com/office/officeart/2018/2/layout/IconVerticalSolidList"/>
    <dgm:cxn modelId="{01D88D55-8527-4474-83C3-26316D535172}" type="presParOf" srcId="{0BBCC46C-623F-490E-8CB4-1DE713F7DF20}" destId="{65D88658-B530-4853-989B-103BA9C892A6}" srcOrd="3" destOrd="0" presId="urn:microsoft.com/office/officeart/2018/2/layout/IconVerticalSolidList"/>
    <dgm:cxn modelId="{24674EA4-C515-49FC-9771-AC5CD08378EE}" type="presParOf" srcId="{0BBCC46C-623F-490E-8CB4-1DE713F7DF20}" destId="{A66024A8-EA98-42CC-A882-CA4C2703F9A6}" srcOrd="4" destOrd="0" presId="urn:microsoft.com/office/officeart/2018/2/layout/IconVerticalSolidList"/>
    <dgm:cxn modelId="{89CB637B-5768-434C-A6A8-A746E3F75077}" type="presParOf" srcId="{A66024A8-EA98-42CC-A882-CA4C2703F9A6}" destId="{B1C72B14-B172-442B-8F81-E709F83CD987}" srcOrd="0" destOrd="0" presId="urn:microsoft.com/office/officeart/2018/2/layout/IconVerticalSolidList"/>
    <dgm:cxn modelId="{496360B8-1A92-4B71-9DEB-2C577F84A4B4}" type="presParOf" srcId="{A66024A8-EA98-42CC-A882-CA4C2703F9A6}" destId="{0D57CEB7-0E10-4E79-9FCD-2F3DF50C2B72}" srcOrd="1" destOrd="0" presId="urn:microsoft.com/office/officeart/2018/2/layout/IconVerticalSolidList"/>
    <dgm:cxn modelId="{B86B52BD-2252-4C9E-BBD3-5FAF58B746D8}" type="presParOf" srcId="{A66024A8-EA98-42CC-A882-CA4C2703F9A6}" destId="{C35BE016-6820-4F5D-92DF-715A7A862D76}" srcOrd="2" destOrd="0" presId="urn:microsoft.com/office/officeart/2018/2/layout/IconVerticalSolidList"/>
    <dgm:cxn modelId="{D711EF85-6EA6-43C1-8706-F47B4B59A024}" type="presParOf" srcId="{A66024A8-EA98-42CC-A882-CA4C2703F9A6}" destId="{48BD248F-5117-436D-A0EE-B74958CCA0F7}" srcOrd="3" destOrd="0" presId="urn:microsoft.com/office/officeart/2018/2/layout/IconVerticalSolidList"/>
    <dgm:cxn modelId="{2555CCE4-D503-4D82-A7D9-78F13779147A}" type="presParOf" srcId="{0BBCC46C-623F-490E-8CB4-1DE713F7DF20}" destId="{7C7342EB-84D1-4BA0-8A85-163AFDF1B1A3}" srcOrd="5" destOrd="0" presId="urn:microsoft.com/office/officeart/2018/2/layout/IconVerticalSolidList"/>
    <dgm:cxn modelId="{8B536684-435F-44E7-B0A2-30CFB62AAA3C}" type="presParOf" srcId="{0BBCC46C-623F-490E-8CB4-1DE713F7DF20}" destId="{5CBDD7C1-E036-40C9-B6F8-7D44B1885AAF}" srcOrd="6" destOrd="0" presId="urn:microsoft.com/office/officeart/2018/2/layout/IconVerticalSolidList"/>
    <dgm:cxn modelId="{4A72AF79-BE5A-4ECA-BA74-07E5D9377D32}" type="presParOf" srcId="{5CBDD7C1-E036-40C9-B6F8-7D44B1885AAF}" destId="{0DBCADC4-DDFC-4E2C-A5A0-745D57E4AA7C}" srcOrd="0" destOrd="0" presId="urn:microsoft.com/office/officeart/2018/2/layout/IconVerticalSolidList"/>
    <dgm:cxn modelId="{D0A7788A-7200-4A60-BCD1-70AF95CC31DB}" type="presParOf" srcId="{5CBDD7C1-E036-40C9-B6F8-7D44B1885AAF}" destId="{D4078B42-3CB6-4087-BBAA-6420EB885F4B}" srcOrd="1" destOrd="0" presId="urn:microsoft.com/office/officeart/2018/2/layout/IconVerticalSolidList"/>
    <dgm:cxn modelId="{F138ED5E-490D-44D4-8C43-9F7EA4C61727}" type="presParOf" srcId="{5CBDD7C1-E036-40C9-B6F8-7D44B1885AAF}" destId="{1BEA6959-161A-4FF2-9793-915F05115EB7}" srcOrd="2" destOrd="0" presId="urn:microsoft.com/office/officeart/2018/2/layout/IconVerticalSolidList"/>
    <dgm:cxn modelId="{DF042C6E-60A2-43D8-AD4D-86101BDD69D2}" type="presParOf" srcId="{5CBDD7C1-E036-40C9-B6F8-7D44B1885AAF}" destId="{69DC3B09-E503-4FCD-AE13-5EC1CEE691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C3B23-FAB4-4241-880E-E8011D588367}">
      <dsp:nvSpPr>
        <dsp:cNvPr id="0" name=""/>
        <dsp:cNvSpPr/>
      </dsp:nvSpPr>
      <dsp:spPr>
        <a:xfrm>
          <a:off x="0" y="182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D45CC-DA2D-4EE8-87DE-3A355735D20A}">
      <dsp:nvSpPr>
        <dsp:cNvPr id="0" name=""/>
        <dsp:cNvSpPr/>
      </dsp:nvSpPr>
      <dsp:spPr>
        <a:xfrm>
          <a:off x="235585" y="177056"/>
          <a:ext cx="428336" cy="428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7D1C2-3EC4-44F9-8079-4DA8A2955F0E}">
      <dsp:nvSpPr>
        <dsp:cNvPr id="0" name=""/>
        <dsp:cNvSpPr/>
      </dsp:nvSpPr>
      <dsp:spPr>
        <a:xfrm>
          <a:off x="899507" y="182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GPS Location, with a specific frequency of 1575.42 MHz</a:t>
          </a:r>
        </a:p>
      </dsp:txBody>
      <dsp:txXfrm>
        <a:off x="899507" y="1827"/>
        <a:ext cx="5898167" cy="778794"/>
      </dsp:txXfrm>
    </dsp:sp>
    <dsp:sp modelId="{DBCE1BA4-C208-48FC-8A06-1405A224C182}">
      <dsp:nvSpPr>
        <dsp:cNvPr id="0" name=""/>
        <dsp:cNvSpPr/>
      </dsp:nvSpPr>
      <dsp:spPr>
        <a:xfrm>
          <a:off x="0" y="97532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2BD05-8E87-481F-A4B7-7AAE01ED78C5}">
      <dsp:nvSpPr>
        <dsp:cNvPr id="0" name=""/>
        <dsp:cNvSpPr/>
      </dsp:nvSpPr>
      <dsp:spPr>
        <a:xfrm>
          <a:off x="235585" y="1150548"/>
          <a:ext cx="428336" cy="428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F7EB3-BCD4-4396-8C1D-F2AD4CBA6CDD}">
      <dsp:nvSpPr>
        <dsp:cNvPr id="0" name=""/>
        <dsp:cNvSpPr/>
      </dsp:nvSpPr>
      <dsp:spPr>
        <a:xfrm>
          <a:off x="899507" y="97532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Standard Bluetooth Communication</a:t>
          </a:r>
        </a:p>
      </dsp:txBody>
      <dsp:txXfrm>
        <a:off x="899507" y="975320"/>
        <a:ext cx="5898167" cy="778794"/>
      </dsp:txXfrm>
    </dsp:sp>
    <dsp:sp modelId="{637DAEB9-4BEC-4179-B964-9D6292959F51}">
      <dsp:nvSpPr>
        <dsp:cNvPr id="0" name=""/>
        <dsp:cNvSpPr/>
      </dsp:nvSpPr>
      <dsp:spPr>
        <a:xfrm>
          <a:off x="0" y="1948812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8C2ABA-B0E3-48EB-80B2-D1C417805908}">
      <dsp:nvSpPr>
        <dsp:cNvPr id="0" name=""/>
        <dsp:cNvSpPr/>
      </dsp:nvSpPr>
      <dsp:spPr>
        <a:xfrm>
          <a:off x="235585" y="2124041"/>
          <a:ext cx="428336" cy="4283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96EA4-83FE-4DDF-8EC7-536F0F0759DA}">
      <dsp:nvSpPr>
        <dsp:cNvPr id="0" name=""/>
        <dsp:cNvSpPr/>
      </dsp:nvSpPr>
      <dsp:spPr>
        <a:xfrm>
          <a:off x="899507" y="1948812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Compass</a:t>
          </a:r>
        </a:p>
      </dsp:txBody>
      <dsp:txXfrm>
        <a:off x="899507" y="1948812"/>
        <a:ext cx="5898167" cy="778794"/>
      </dsp:txXfrm>
    </dsp:sp>
    <dsp:sp modelId="{FE4563EC-A219-42AB-B2FE-B4A087F704BD}">
      <dsp:nvSpPr>
        <dsp:cNvPr id="0" name=""/>
        <dsp:cNvSpPr/>
      </dsp:nvSpPr>
      <dsp:spPr>
        <a:xfrm>
          <a:off x="0" y="2922305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EBACC-C4B2-48B8-89FE-65A919C200F4}">
      <dsp:nvSpPr>
        <dsp:cNvPr id="0" name=""/>
        <dsp:cNvSpPr/>
      </dsp:nvSpPr>
      <dsp:spPr>
        <a:xfrm>
          <a:off x="235585" y="3097533"/>
          <a:ext cx="428336" cy="4283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A5254-D41B-4539-B344-557404271EA6}">
      <dsp:nvSpPr>
        <dsp:cNvPr id="0" name=""/>
        <dsp:cNvSpPr/>
      </dsp:nvSpPr>
      <dsp:spPr>
        <a:xfrm>
          <a:off x="899507" y="2922305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Barometer</a:t>
          </a:r>
        </a:p>
      </dsp:txBody>
      <dsp:txXfrm>
        <a:off x="899507" y="2922305"/>
        <a:ext cx="5898167" cy="778794"/>
      </dsp:txXfrm>
    </dsp:sp>
    <dsp:sp modelId="{F6195FB5-87C5-47A1-AC65-17CD9D42BBD0}">
      <dsp:nvSpPr>
        <dsp:cNvPr id="0" name=""/>
        <dsp:cNvSpPr/>
      </dsp:nvSpPr>
      <dsp:spPr>
        <a:xfrm>
          <a:off x="0" y="389579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10D8E-0D6D-48F0-9C5E-3BD3E6CE0A48}">
      <dsp:nvSpPr>
        <dsp:cNvPr id="0" name=""/>
        <dsp:cNvSpPr/>
      </dsp:nvSpPr>
      <dsp:spPr>
        <a:xfrm>
          <a:off x="235585" y="4071026"/>
          <a:ext cx="428336" cy="4283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A1DA6-FD18-45B6-BFE7-D0743218C4F5}">
      <dsp:nvSpPr>
        <dsp:cNvPr id="0" name=""/>
        <dsp:cNvSpPr/>
      </dsp:nvSpPr>
      <dsp:spPr>
        <a:xfrm>
          <a:off x="899507" y="389579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Thermometer</a:t>
          </a:r>
        </a:p>
      </dsp:txBody>
      <dsp:txXfrm>
        <a:off x="899507" y="3895797"/>
        <a:ext cx="5898167" cy="778794"/>
      </dsp:txXfrm>
    </dsp:sp>
    <dsp:sp modelId="{FE53DC63-CE75-44F3-97D9-6FB2002223B8}">
      <dsp:nvSpPr>
        <dsp:cNvPr id="0" name=""/>
        <dsp:cNvSpPr/>
      </dsp:nvSpPr>
      <dsp:spPr>
        <a:xfrm>
          <a:off x="0" y="486929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E438B-6B00-4E2D-BCD8-4DC742B1A9CD}">
      <dsp:nvSpPr>
        <dsp:cNvPr id="0" name=""/>
        <dsp:cNvSpPr/>
      </dsp:nvSpPr>
      <dsp:spPr>
        <a:xfrm>
          <a:off x="235585" y="5044518"/>
          <a:ext cx="428336" cy="4283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5910C-8D79-4352-BF31-BCB8B9056359}">
      <dsp:nvSpPr>
        <dsp:cNvPr id="0" name=""/>
        <dsp:cNvSpPr/>
      </dsp:nvSpPr>
      <dsp:spPr>
        <a:xfrm>
          <a:off x="899507" y="486929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Altimeter</a:t>
          </a:r>
        </a:p>
      </dsp:txBody>
      <dsp:txXfrm>
        <a:off x="899507" y="4869290"/>
        <a:ext cx="5898167" cy="778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A30B3-6999-4973-A3AE-6C0158688DE6}">
      <dsp:nvSpPr>
        <dsp:cNvPr id="0" name=""/>
        <dsp:cNvSpPr/>
      </dsp:nvSpPr>
      <dsp:spPr>
        <a:xfrm>
          <a:off x="0" y="182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E5893-4E78-4781-B091-D589E7F347E2}">
      <dsp:nvSpPr>
        <dsp:cNvPr id="0" name=""/>
        <dsp:cNvSpPr/>
      </dsp:nvSpPr>
      <dsp:spPr>
        <a:xfrm>
          <a:off x="235585" y="177056"/>
          <a:ext cx="428336" cy="428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17933-77DC-4C25-B9E8-BDFD27F66391}">
      <dsp:nvSpPr>
        <dsp:cNvPr id="0" name=""/>
        <dsp:cNvSpPr/>
      </dsp:nvSpPr>
      <dsp:spPr>
        <a:xfrm>
          <a:off x="899507" y="182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Water Resistant up to 300 meters</a:t>
          </a:r>
        </a:p>
      </dsp:txBody>
      <dsp:txXfrm>
        <a:off x="899507" y="1827"/>
        <a:ext cx="5898167" cy="778794"/>
      </dsp:txXfrm>
    </dsp:sp>
    <dsp:sp modelId="{199D934C-3E64-45B2-A6A0-93FD740CAE1A}">
      <dsp:nvSpPr>
        <dsp:cNvPr id="0" name=""/>
        <dsp:cNvSpPr/>
      </dsp:nvSpPr>
      <dsp:spPr>
        <a:xfrm>
          <a:off x="0" y="97532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5BDD3-E28B-4333-A564-32C2FB2B37E2}">
      <dsp:nvSpPr>
        <dsp:cNvPr id="0" name=""/>
        <dsp:cNvSpPr/>
      </dsp:nvSpPr>
      <dsp:spPr>
        <a:xfrm>
          <a:off x="235585" y="1150548"/>
          <a:ext cx="428336" cy="428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203CE-50E1-4F4E-ACCD-14CEE82CE9F0}">
      <dsp:nvSpPr>
        <dsp:cNvPr id="0" name=""/>
        <dsp:cNvSpPr/>
      </dsp:nvSpPr>
      <dsp:spPr>
        <a:xfrm>
          <a:off x="899507" y="97532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Auto-Time and Local Time Switching</a:t>
          </a:r>
        </a:p>
      </dsp:txBody>
      <dsp:txXfrm>
        <a:off x="899507" y="975320"/>
        <a:ext cx="5898167" cy="778794"/>
      </dsp:txXfrm>
    </dsp:sp>
    <dsp:sp modelId="{F64BAF48-D4B6-4FFE-9ADC-6DA52973CE45}">
      <dsp:nvSpPr>
        <dsp:cNvPr id="0" name=""/>
        <dsp:cNvSpPr/>
      </dsp:nvSpPr>
      <dsp:spPr>
        <a:xfrm>
          <a:off x="0" y="1948812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CFF0A-1F1F-4322-812E-EDFCD4CAC826}">
      <dsp:nvSpPr>
        <dsp:cNvPr id="0" name=""/>
        <dsp:cNvSpPr/>
      </dsp:nvSpPr>
      <dsp:spPr>
        <a:xfrm>
          <a:off x="235585" y="2124041"/>
          <a:ext cx="428336" cy="4283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AC068-E7EC-4E53-ACE6-26FA6EBA1EDA}">
      <dsp:nvSpPr>
        <dsp:cNvPr id="0" name=""/>
        <dsp:cNvSpPr/>
      </dsp:nvSpPr>
      <dsp:spPr>
        <a:xfrm>
          <a:off x="899507" y="1948812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Temperature Range of -20  ̊C to 60  ̊C</a:t>
          </a:r>
        </a:p>
      </dsp:txBody>
      <dsp:txXfrm>
        <a:off x="899507" y="1948812"/>
        <a:ext cx="5898167" cy="778794"/>
      </dsp:txXfrm>
    </dsp:sp>
    <dsp:sp modelId="{77B562FE-E5D8-444E-A015-959FB3EA883A}">
      <dsp:nvSpPr>
        <dsp:cNvPr id="0" name=""/>
        <dsp:cNvSpPr/>
      </dsp:nvSpPr>
      <dsp:spPr>
        <a:xfrm>
          <a:off x="0" y="2922305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2FEB4-E5E4-4200-9802-DCE64EC116E7}">
      <dsp:nvSpPr>
        <dsp:cNvPr id="0" name=""/>
        <dsp:cNvSpPr/>
      </dsp:nvSpPr>
      <dsp:spPr>
        <a:xfrm>
          <a:off x="235585" y="3097533"/>
          <a:ext cx="428336" cy="4283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779A3-4B73-4DE5-861F-36A73C4977DC}">
      <dsp:nvSpPr>
        <dsp:cNvPr id="0" name=""/>
        <dsp:cNvSpPr/>
      </dsp:nvSpPr>
      <dsp:spPr>
        <a:xfrm>
          <a:off x="899507" y="2922305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display a tide graph and moon data</a:t>
          </a:r>
        </a:p>
      </dsp:txBody>
      <dsp:txXfrm>
        <a:off x="899507" y="2922305"/>
        <a:ext cx="5898167" cy="778794"/>
      </dsp:txXfrm>
    </dsp:sp>
    <dsp:sp modelId="{E87D9E64-8591-4D95-99B6-3B7CDDA6FA27}">
      <dsp:nvSpPr>
        <dsp:cNvPr id="0" name=""/>
        <dsp:cNvSpPr/>
      </dsp:nvSpPr>
      <dsp:spPr>
        <a:xfrm>
          <a:off x="0" y="3895797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6645B-B68E-4169-AB6E-4DBD4B35DEE5}">
      <dsp:nvSpPr>
        <dsp:cNvPr id="0" name=""/>
        <dsp:cNvSpPr/>
      </dsp:nvSpPr>
      <dsp:spPr>
        <a:xfrm>
          <a:off x="235585" y="4071026"/>
          <a:ext cx="428336" cy="4283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86647-5474-4F46-BD4F-5F8D52FC8DC2}">
      <dsp:nvSpPr>
        <dsp:cNvPr id="0" name=""/>
        <dsp:cNvSpPr/>
      </dsp:nvSpPr>
      <dsp:spPr>
        <a:xfrm>
          <a:off x="899507" y="3895797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Maximum Battery Life: 29 months</a:t>
          </a:r>
        </a:p>
      </dsp:txBody>
      <dsp:txXfrm>
        <a:off x="899507" y="3895797"/>
        <a:ext cx="5898167" cy="778794"/>
      </dsp:txXfrm>
    </dsp:sp>
    <dsp:sp modelId="{32FE404E-2522-40B8-A95F-D9DFDCFABC55}">
      <dsp:nvSpPr>
        <dsp:cNvPr id="0" name=""/>
        <dsp:cNvSpPr/>
      </dsp:nvSpPr>
      <dsp:spPr>
        <a:xfrm>
          <a:off x="0" y="4869290"/>
          <a:ext cx="6797675" cy="7787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72B28-11BA-4972-A53C-6D43E8E7C6FE}">
      <dsp:nvSpPr>
        <dsp:cNvPr id="0" name=""/>
        <dsp:cNvSpPr/>
      </dsp:nvSpPr>
      <dsp:spPr>
        <a:xfrm>
          <a:off x="235585" y="5044518"/>
          <a:ext cx="428336" cy="4283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DD29C-90EC-4C66-95E0-C9540120E353}">
      <dsp:nvSpPr>
        <dsp:cNvPr id="0" name=""/>
        <dsp:cNvSpPr/>
      </dsp:nvSpPr>
      <dsp:spPr>
        <a:xfrm>
          <a:off x="899507" y="4869290"/>
          <a:ext cx="5898167" cy="778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22" tIns="82422" rIns="82422" bIns="824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Battery Life at highest level of consumption: 20 hours</a:t>
          </a:r>
        </a:p>
      </dsp:txBody>
      <dsp:txXfrm>
        <a:off x="899507" y="4869290"/>
        <a:ext cx="5898167" cy="7787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CF7F7-C984-4A09-9D22-FEDE3091E35A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ED5C3-9136-4091-B32C-107F6ABDE2DF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A43E1-99EF-4413-B686-5A92209A7C22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G-Shock has a Guinness World Record for heaviest vehicle to drive on top of a watch</a:t>
          </a:r>
        </a:p>
      </dsp:txBody>
      <dsp:txXfrm>
        <a:off x="1372680" y="2344"/>
        <a:ext cx="5424994" cy="1188467"/>
      </dsp:txXfrm>
    </dsp:sp>
    <dsp:sp modelId="{A07AA16F-83AF-438D-9BF4-49F62D75DACF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90553-1BEE-4655-BA9E-E45677324193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3D530-096D-410F-B3E6-9E8C00264364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Battery Life for G-Shocks is 10 years</a:t>
          </a:r>
        </a:p>
      </dsp:txBody>
      <dsp:txXfrm>
        <a:off x="1372680" y="1487929"/>
        <a:ext cx="5424994" cy="1188467"/>
      </dsp:txXfrm>
    </dsp:sp>
    <dsp:sp modelId="{B1C72B14-B172-442B-8F81-E709F83CD987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7CEB7-0E10-4E79-9FCD-2F3DF50C2B72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D248F-5117-436D-A0EE-B74958CCA0F7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Almost every G-Shock is subject to withstand US Military Requirements for toughness and durability</a:t>
          </a:r>
        </a:p>
      </dsp:txBody>
      <dsp:txXfrm>
        <a:off x="1372680" y="2973514"/>
        <a:ext cx="5424994" cy="1188467"/>
      </dsp:txXfrm>
    </dsp:sp>
    <dsp:sp modelId="{0DBCADC4-DDFC-4E2C-A5A0-745D57E4AA7C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78B42-3CB6-4087-BBAA-6420EB885F4B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C3B09-E503-4FCD-AE13-5EC1CEE69194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G-Shock makes watches that are certified for deep-sea diving (ISO Ratings)</a:t>
          </a:r>
        </a:p>
      </dsp:txBody>
      <dsp:txXfrm>
        <a:off x="1372680" y="4459099"/>
        <a:ext cx="5424994" cy="1188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A69C-C937-4D93-8E5B-87DFA814EBB2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A17E6-12AE-4708-860B-642A57F9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3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25-ton vehicle, 300 below surface of ocean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A17E6-12AE-4708-860B-642A57F95B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74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05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2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89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0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3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6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3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6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6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9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187629-3548-4CBE-8F0B-86FE46C8C02F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E986BFA-DB62-4B12-BDAA-CA5F7CC6CF7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08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A84E-90F4-4C15-BE71-78FB318D5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G-Shock GPR-B1000-1 </a:t>
            </a:r>
            <a:r>
              <a:rPr lang="en-US" dirty="0" err="1"/>
              <a:t>Rangeman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F8D30-30C1-45EB-A052-33CCE1CEE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Abhishek b.</a:t>
            </a:r>
          </a:p>
        </p:txBody>
      </p:sp>
    </p:spTree>
    <p:extLst>
      <p:ext uri="{BB962C8B-B14F-4D97-AF65-F5344CB8AC3E}">
        <p14:creationId xmlns:p14="http://schemas.microsoft.com/office/powerpoint/2010/main" val="195953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3D366-F04B-4F62-8615-6C4F9449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The Watch Itself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EA6342-3599-470E-8DDC-A081B736E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888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5E3AE8-654F-4E7F-BC39-44EC6AF19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Features and Sensors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C19FCB-06B9-41C1-AF74-9351C01184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83632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729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63F82-9F60-4FC2-9269-789DD20E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Other Notable Hardware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696133-6955-4901-8A66-AD13B9469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20259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83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3AE22-A072-4C2F-842A-DBA679B0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Interesting Facts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4888D8-C60F-4E88-BE70-793D309D8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67424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983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E6CBA4-3B2C-4816-A9AE-DC73EE784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5"/>
            <a:ext cx="12190427" cy="685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547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G-Shock GPR-B1000-1 Rangeman</vt:lpstr>
      <vt:lpstr>The Watch Itself</vt:lpstr>
      <vt:lpstr>Features and Sensors</vt:lpstr>
      <vt:lpstr>Other Notable Hardware Features</vt:lpstr>
      <vt:lpstr>Interesting Facts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G-Shock GPR-B1000-1 Rangeman</dc:title>
  <dc:creator>Abhishek Bathala</dc:creator>
  <cp:lastModifiedBy>Abhishek Bathala</cp:lastModifiedBy>
  <cp:revision>2</cp:revision>
  <dcterms:created xsi:type="dcterms:W3CDTF">2020-05-10T13:34:50Z</dcterms:created>
  <dcterms:modified xsi:type="dcterms:W3CDTF">2020-05-10T13:38:42Z</dcterms:modified>
</cp:coreProperties>
</file>